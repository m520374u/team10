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86401D-B0D3-177E-82CE-DB0B4E992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0B8B429-84B2-0B55-4B71-BFA46AD26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0587E-D778-BD3A-03FF-05619A274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ECA95D-6576-DE0F-E573-CFA1497D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3B48A2-4EA2-E10C-54C8-0271D92BB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435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660E26-79A4-1DED-C077-2AE97E0B4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A8B75E-AC36-ACC4-75A9-66C6D7D4D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BE63F7-1B93-EDEF-B886-91FC7976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D63749-64D3-B59C-17DB-CAD9074C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6C3B48-C532-07DC-EA5B-0FCC05AF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4447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CFC5C5-4AC4-CFE4-C524-F5C58BB5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00CAFB-8A4D-3CB1-3B13-6BAA9D344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1B0E4F-E524-EB9D-0063-D0F246DC2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CDAC72-8ABB-569F-8B0E-644688A62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21FDF0-79A0-F6A5-5416-65661E0ED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12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88CDE6-C13E-CB32-1944-BADAE34EE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1F7BFF2-D8B5-133D-DEBC-76F34D00E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BB9B48E-3781-3F8C-76E3-76015EADE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77F871-9645-AF1B-2213-9B1B5F14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52B557-9BE8-D35A-F2CE-98AB34DD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AA2CF01-64BF-EF88-392E-D42A25268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281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998074-6B37-1799-62AF-757C9191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4A53DF-2871-4395-2D08-FCFFC8B0A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3588E5-BA45-5383-823C-D5A69C678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411501F-2614-21A1-8F78-75AF00099E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540852D-A332-4D30-1B5F-C133368977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A63BB00-562D-51A3-8600-23A10895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D24BE5-36F3-402C-1593-BA173ED8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744A724-42CA-93BD-8CC7-44BFF6E5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576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45AC46-A88B-2C5A-2A25-6D7D541E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CC46643-BFF2-8D91-96CA-0E6A782E2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D49F738-583E-5DA8-DDB4-B56E7F425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1213B23-CEFF-2BA2-8E01-5C3E5F98C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955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72F6DDD-2AFB-0495-4402-6350CC0EF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6A72935-A172-2E48-74C4-46EA31EA4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292185-86C0-6237-E2DB-AA4228C0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92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E8FD0A-0B8C-7C4D-0429-58CB21DF3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21197D-1BF6-7CAB-1FC1-CB5F63CD3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8E5B040-3E04-2F70-6B10-06759FE4D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540591-BCE0-1666-5DD9-2E68840FE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720853-F425-0FDE-338E-D3DF3A586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72696B4-3799-FD71-2F1B-9070FE871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123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15B51-B748-9B35-B075-62BCD55F5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D7A2D6C-DA05-01D8-C8ED-950E23481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7EABF6-0A64-6701-ACD3-82481EA31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A71D498-CDC3-710C-261E-F57923563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0A61B0-F9FC-5B05-CBA7-135C937B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D42FF3-8768-16F6-90D3-060E6602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525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8B4C0D-3D00-CC2F-A889-273ABDC7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1A538AD-CE36-7670-0458-A92A8D115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F4AA87-D614-5184-94F8-162FA1D13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281450-5D5B-85A7-D9CF-A6C30B1A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A2D12DF-0CB7-4C07-94C0-28E58009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058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0F404C9-F092-5F4C-89B4-BAD5C3740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ED39464-8AC4-6EDA-98A4-0232A80686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5DBB29-77BE-7899-9473-1011CCAEC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6C5598-9D9C-5B53-D997-43016B460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734B47-0567-6B09-AB9A-DE5042CE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59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85D8635-B1E9-0AD4-0E22-6DC964F3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8CB0E6-DE1F-7134-822B-BBD891899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CE1DBC-64F7-0267-8075-9ADE63D063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5B55DC-CF25-40FC-B74E-223970BE1FDF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0C173A-B57C-8CA4-34A7-8AC1B5E74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8BC3B7-B1DB-4FEB-EA3A-53DAA1F20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9D6895-6269-4EB3-BB65-ED53C7DF25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22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B1BCEC-ADD8-937C-4A6D-E73064094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39FF0B-A047-C267-51CD-14440F602A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253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F1BC8B-BA86-C6E4-951D-06289818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DBCF418-D5AB-314E-629C-EBFF46CE5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2" t="8949" r="20588" b="15582"/>
          <a:stretch>
            <a:fillRect/>
          </a:stretch>
        </p:blipFill>
        <p:spPr>
          <a:xfrm>
            <a:off x="4843287" y="2587171"/>
            <a:ext cx="2077571" cy="270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4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2CC145-0541-566F-5B8D-16C4B886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8ED9BEC4-7EF2-3BB3-5881-6D34F037A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3" t="14690" r="14691" b="15954"/>
          <a:stretch>
            <a:fillRect/>
          </a:stretch>
        </p:blipFill>
        <p:spPr>
          <a:xfrm>
            <a:off x="4592598" y="2536371"/>
            <a:ext cx="2835780" cy="283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63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714D2D-5E13-AECF-4DD4-BD057476D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FE39374D-0797-B235-D056-DA83A8D12D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40" r="79912" b="64594"/>
          <a:stretch>
            <a:fillRect/>
          </a:stretch>
        </p:blipFill>
        <p:spPr>
          <a:xfrm>
            <a:off x="161471" y="1516741"/>
            <a:ext cx="2066472" cy="157480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9677B9D-4AE0-7C2B-9C74-D428692A5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7" t="13016" r="63333" b="64762"/>
          <a:stretch>
            <a:fillRect/>
          </a:stretch>
        </p:blipFill>
        <p:spPr>
          <a:xfrm>
            <a:off x="466272" y="3091542"/>
            <a:ext cx="1819728" cy="1524001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F91247E-18C0-9564-81B3-C1DCED471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37" t="12063" r="49083" b="63175"/>
          <a:stretch>
            <a:fillRect/>
          </a:stretch>
        </p:blipFill>
        <p:spPr>
          <a:xfrm>
            <a:off x="646792" y="4492172"/>
            <a:ext cx="1458687" cy="169817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AB7A3A7-5F33-7256-42F8-7267EB9AC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76" t="12169" r="32152" b="64021"/>
          <a:stretch>
            <a:fillRect/>
          </a:stretch>
        </p:blipFill>
        <p:spPr>
          <a:xfrm>
            <a:off x="2765879" y="4366529"/>
            <a:ext cx="1756229" cy="163285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76F25A9F-4013-52F6-4C35-0D2C1509D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" t="48783" r="83440" b="32698"/>
          <a:stretch>
            <a:fillRect/>
          </a:stretch>
        </p:blipFill>
        <p:spPr>
          <a:xfrm>
            <a:off x="8309429" y="834193"/>
            <a:ext cx="2641599" cy="239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84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SORA TSUTSUI</dc:creator>
  <cp:lastModifiedBy>SORA TSUTSUI</cp:lastModifiedBy>
  <cp:revision>1</cp:revision>
  <dcterms:created xsi:type="dcterms:W3CDTF">2026-07-01T02:01:48Z</dcterms:created>
  <dcterms:modified xsi:type="dcterms:W3CDTF">2026-07-01T03:35:39Z</dcterms:modified>
</cp:coreProperties>
</file>