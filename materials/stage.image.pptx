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BEB27E-29EF-BCC8-A8B7-F716A46F9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FFE170-77CA-A0FB-CC73-BE2603C3F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EC06C7-9943-B2DA-EE25-1D76E690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AE7E05-91C7-3740-CA98-C9B5B325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22016D-1C69-C287-A6F9-0071219A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77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C5A1C-CB53-C17D-568C-32AD54B4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6D5541-42DF-8B72-7164-B4D79A0E9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41AD72-CBE1-6CAD-1A89-6ABA717D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63849-036E-6C28-BFA1-F55995BB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72993B-BD15-91F6-02A4-EDDE9CAC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268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E439D-105B-EB09-8BEA-0BC7F7BE7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2C5158-1237-0DA1-3A40-3E2041EB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3CA3C-2C29-F69A-6F2D-A65F11B4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87147D-2D24-61A7-D523-BBF345B1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C16BD7-232C-1E9A-618F-A616EF22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14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31AE4C-4261-15FE-87C5-7A45FAF4A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E59623-7A65-F80B-BD59-C0046C3F2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CE9BAA-8E64-737C-7292-EB9082B85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ADA846-B734-03E4-FDDC-DFAA2BF1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3A7E6F-BDB2-4442-8207-B8EE3598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3B7552-7967-04B6-FFE3-83872CE9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38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AD1B3-96A2-6EFE-AA73-7F778A63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939062-6ADD-EBCC-A48F-688133ED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2D0DA4-A2F4-1B9A-7A21-CFC0B24F3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31A1E64-756A-7D18-A70B-4D84C4EF3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8B2297-A0B4-D818-1DE1-5789E1F09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87DB33B-5F43-4C45-1EF0-103A4B661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8914BBF-27F7-DF18-3943-194F1149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4FBE304-4CBD-8036-4EE5-6A861CBD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26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842AB-D1E4-DB73-9327-377C2633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288041-12E4-E2FA-5EF3-AFC9356D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ADA2BC-6FFC-BC11-C489-0471EA59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BE8B2B-D967-0EA8-BDB5-A6928FC3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19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66C0FE1-47AE-4752-BD48-E5178C11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455CC2B-15ED-2C25-A1B0-B9E0FB82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1B1DF8-15B5-BF86-36FB-1C7F674B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8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8A119-E445-A96F-C201-39AE632F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2BC9E2-B6D4-58EA-DCE7-40E471A05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D204B0-E870-D992-0611-114333495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183507-F6D8-B5B9-D035-A6A93F82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10496D-46E9-0171-A5A7-166FE3C9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43844-B9C2-8FCE-DED7-50B1BEC5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53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C4DB4-3DC2-6B0A-222A-9E51BE30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7B1EEF-F82A-33D4-7B00-C7392E2C9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BCF400-F708-20FC-3AD7-F4503C788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647C9A-B62A-EFBA-C060-2C453F71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D610AF-7111-21E5-8848-DAB5B12A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73B64E-0F5A-1CCE-CB71-861B90C2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64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F84716-B84F-961D-4D58-A5D717C7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53655A-E03D-4CA1-F3AE-12FB4226A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069182-30C0-4EC7-5937-372CBC20D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B30501-926B-24B1-7CF6-ED252821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047E08-9DF4-B779-4938-02A4C446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70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C91B07-828E-4DF4-042F-7641A3803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46B411-69D7-1B70-1318-A9FB5B093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280586-A52C-E971-92CB-51EBEF3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B8CF68-AFD5-AEFC-BAB7-8AB246FE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965E4C-AE2E-6DA1-31B1-0022634B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0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A95308-C7B4-55C0-928D-478E2B23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97A2DC-3DEA-5488-13F5-57A8A2D0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1BB30E-20A3-4DAE-5315-9EBF81973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4CD0F-0A5F-46F7-92C4-8C122F6C0F8E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ECA848-9E83-68B8-3DD3-996A525CC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417A33-3ACB-45BB-4D18-5725218A9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C6984-EE0E-4CFE-B217-A761EF17F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07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CF5E-F2F4-1CF0-0154-68394974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05619A-6E38-D96C-0751-F71B50875234}"/>
              </a:ext>
            </a:extLst>
          </p:cNvPr>
          <p:cNvSpPr/>
          <p:nvPr/>
        </p:nvSpPr>
        <p:spPr>
          <a:xfrm>
            <a:off x="2184935" y="944345"/>
            <a:ext cx="6623785" cy="57409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ｆ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EAB2EAB-167A-9856-E5F8-58B7C63A8845}"/>
              </a:ext>
            </a:extLst>
          </p:cNvPr>
          <p:cNvSpPr/>
          <p:nvPr/>
        </p:nvSpPr>
        <p:spPr>
          <a:xfrm>
            <a:off x="2677160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EA920BE-A3BD-E773-1C26-47CD671066ED}"/>
              </a:ext>
            </a:extLst>
          </p:cNvPr>
          <p:cNvSpPr/>
          <p:nvPr/>
        </p:nvSpPr>
        <p:spPr>
          <a:xfrm>
            <a:off x="3556000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4A44C76-90F9-2B48-FCA9-038F707B5955}"/>
              </a:ext>
            </a:extLst>
          </p:cNvPr>
          <p:cNvSpPr/>
          <p:nvPr/>
        </p:nvSpPr>
        <p:spPr>
          <a:xfrm>
            <a:off x="4434840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63705F5-F1BA-9DA4-8829-4531B5373F31}"/>
              </a:ext>
            </a:extLst>
          </p:cNvPr>
          <p:cNvSpPr/>
          <p:nvPr/>
        </p:nvSpPr>
        <p:spPr>
          <a:xfrm>
            <a:off x="7020564" y="31506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F3B1256-C416-6EBE-1A04-B67B3C5291CC}"/>
              </a:ext>
            </a:extLst>
          </p:cNvPr>
          <p:cNvSpPr/>
          <p:nvPr/>
        </p:nvSpPr>
        <p:spPr>
          <a:xfrm>
            <a:off x="5323840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8B3C6B2-09A6-58B2-FED8-51FE8ED73B6B}"/>
              </a:ext>
            </a:extLst>
          </p:cNvPr>
          <p:cNvSpPr/>
          <p:nvPr/>
        </p:nvSpPr>
        <p:spPr>
          <a:xfrm>
            <a:off x="6172202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C502A7F-07FB-A3E9-D4EE-3A311EC626AD}"/>
              </a:ext>
            </a:extLst>
          </p:cNvPr>
          <p:cNvSpPr/>
          <p:nvPr/>
        </p:nvSpPr>
        <p:spPr>
          <a:xfrm>
            <a:off x="7020564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B0755FD-A3BF-F2FC-E5A1-074977AF4685}"/>
              </a:ext>
            </a:extLst>
          </p:cNvPr>
          <p:cNvSpPr/>
          <p:nvPr/>
        </p:nvSpPr>
        <p:spPr>
          <a:xfrm>
            <a:off x="7868926" y="142240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1FD6B8E-C05C-9B8F-E625-9FB31A2EEAE8}"/>
              </a:ext>
            </a:extLst>
          </p:cNvPr>
          <p:cNvSpPr/>
          <p:nvPr/>
        </p:nvSpPr>
        <p:spPr>
          <a:xfrm>
            <a:off x="2677160" y="230685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CED619B-961C-937F-225C-341E156F45AC}"/>
              </a:ext>
            </a:extLst>
          </p:cNvPr>
          <p:cNvSpPr/>
          <p:nvPr/>
        </p:nvSpPr>
        <p:spPr>
          <a:xfrm>
            <a:off x="3556000" y="230685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6D94C1D-01B5-8F90-44F6-6F2197D0E126}"/>
              </a:ext>
            </a:extLst>
          </p:cNvPr>
          <p:cNvSpPr/>
          <p:nvPr/>
        </p:nvSpPr>
        <p:spPr>
          <a:xfrm>
            <a:off x="4434840" y="230685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311219E-1E45-DC25-C2B1-52E60D05882E}"/>
              </a:ext>
            </a:extLst>
          </p:cNvPr>
          <p:cNvSpPr/>
          <p:nvPr/>
        </p:nvSpPr>
        <p:spPr>
          <a:xfrm>
            <a:off x="6177280" y="23314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98E1C53-62B9-F8C5-420C-18D901835553}"/>
              </a:ext>
            </a:extLst>
          </p:cNvPr>
          <p:cNvSpPr/>
          <p:nvPr/>
        </p:nvSpPr>
        <p:spPr>
          <a:xfrm>
            <a:off x="5313680" y="23314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E6271DB-0E88-4BE0-2665-61FAB91E9D56}"/>
              </a:ext>
            </a:extLst>
          </p:cNvPr>
          <p:cNvSpPr/>
          <p:nvPr/>
        </p:nvSpPr>
        <p:spPr>
          <a:xfrm>
            <a:off x="7040880" y="231113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CE8A18E-941A-ED3A-947B-D355C1CCD035}"/>
              </a:ext>
            </a:extLst>
          </p:cNvPr>
          <p:cNvSpPr/>
          <p:nvPr/>
        </p:nvSpPr>
        <p:spPr>
          <a:xfrm>
            <a:off x="4434840" y="31506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234A8A0B-E88F-C899-1C2C-F737980A8D18}"/>
              </a:ext>
            </a:extLst>
          </p:cNvPr>
          <p:cNvSpPr/>
          <p:nvPr/>
        </p:nvSpPr>
        <p:spPr>
          <a:xfrm>
            <a:off x="6197335" y="31506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236BECF-E801-2720-AD13-F4760415676F}"/>
              </a:ext>
            </a:extLst>
          </p:cNvPr>
          <p:cNvSpPr/>
          <p:nvPr/>
        </p:nvSpPr>
        <p:spPr>
          <a:xfrm>
            <a:off x="5298707" y="31506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6F33265-8033-10B9-FC42-7518EF19BBDD}"/>
              </a:ext>
            </a:extLst>
          </p:cNvPr>
          <p:cNvSpPr/>
          <p:nvPr/>
        </p:nvSpPr>
        <p:spPr>
          <a:xfrm>
            <a:off x="3556000" y="31506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019FABE-C93B-28D3-F061-6F253E02CF2A}"/>
              </a:ext>
            </a:extLst>
          </p:cNvPr>
          <p:cNvSpPr/>
          <p:nvPr/>
        </p:nvSpPr>
        <p:spPr>
          <a:xfrm>
            <a:off x="2677160" y="315976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B6E6BADB-6434-2657-8487-55433A76573A}"/>
              </a:ext>
            </a:extLst>
          </p:cNvPr>
          <p:cNvSpPr/>
          <p:nvPr/>
        </p:nvSpPr>
        <p:spPr>
          <a:xfrm>
            <a:off x="7868926" y="230685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96C0F274-DBD7-612E-A5FB-FA6C601D4E54}"/>
              </a:ext>
            </a:extLst>
          </p:cNvPr>
          <p:cNvSpPr/>
          <p:nvPr/>
        </p:nvSpPr>
        <p:spPr>
          <a:xfrm>
            <a:off x="7868926" y="31506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10A534B-BDB9-39DD-FF9E-912302969EF2}"/>
              </a:ext>
            </a:extLst>
          </p:cNvPr>
          <p:cNvSpPr/>
          <p:nvPr/>
        </p:nvSpPr>
        <p:spPr>
          <a:xfrm>
            <a:off x="2697480" y="40335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D633A25-AD87-C002-2ED1-5CC14DFF43D6}"/>
              </a:ext>
            </a:extLst>
          </p:cNvPr>
          <p:cNvSpPr/>
          <p:nvPr/>
        </p:nvSpPr>
        <p:spPr>
          <a:xfrm>
            <a:off x="3576320" y="40335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CA0E2B7-AA16-F427-2431-72B3AF270C3E}"/>
              </a:ext>
            </a:extLst>
          </p:cNvPr>
          <p:cNvSpPr/>
          <p:nvPr/>
        </p:nvSpPr>
        <p:spPr>
          <a:xfrm>
            <a:off x="4455160" y="40335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9FDA295-77F2-BED7-1FB6-8A05ACF7D885}"/>
              </a:ext>
            </a:extLst>
          </p:cNvPr>
          <p:cNvSpPr/>
          <p:nvPr/>
        </p:nvSpPr>
        <p:spPr>
          <a:xfrm>
            <a:off x="7040884" y="57617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88D03AA-C9C3-8380-A3AD-89F882B368D0}"/>
              </a:ext>
            </a:extLst>
          </p:cNvPr>
          <p:cNvSpPr/>
          <p:nvPr/>
        </p:nvSpPr>
        <p:spPr>
          <a:xfrm>
            <a:off x="5323840" y="401186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05AD87D-74B0-FB38-1696-E711CEC84F0E}"/>
              </a:ext>
            </a:extLst>
          </p:cNvPr>
          <p:cNvSpPr/>
          <p:nvPr/>
        </p:nvSpPr>
        <p:spPr>
          <a:xfrm>
            <a:off x="6192522" y="40335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DB48A2F-503B-3958-CE57-984B1E364261}"/>
              </a:ext>
            </a:extLst>
          </p:cNvPr>
          <p:cNvSpPr/>
          <p:nvPr/>
        </p:nvSpPr>
        <p:spPr>
          <a:xfrm>
            <a:off x="7040884" y="40335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56CCBA06-8175-BFEB-15CE-807ED51D8977}"/>
              </a:ext>
            </a:extLst>
          </p:cNvPr>
          <p:cNvSpPr/>
          <p:nvPr/>
        </p:nvSpPr>
        <p:spPr>
          <a:xfrm>
            <a:off x="7889246" y="40335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56498FD-49CE-EE50-691F-6CF2C7F45097}"/>
              </a:ext>
            </a:extLst>
          </p:cNvPr>
          <p:cNvSpPr/>
          <p:nvPr/>
        </p:nvSpPr>
        <p:spPr>
          <a:xfrm>
            <a:off x="2697480" y="49179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6876F7E9-1576-0432-0FFC-E305E650EE38}"/>
              </a:ext>
            </a:extLst>
          </p:cNvPr>
          <p:cNvSpPr/>
          <p:nvPr/>
        </p:nvSpPr>
        <p:spPr>
          <a:xfrm>
            <a:off x="3576320" y="49179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273AD3A-0B64-AEED-2C07-060B9052E510}"/>
              </a:ext>
            </a:extLst>
          </p:cNvPr>
          <p:cNvSpPr/>
          <p:nvPr/>
        </p:nvSpPr>
        <p:spPr>
          <a:xfrm>
            <a:off x="4455160" y="49179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4C6DB781-1942-19F8-FE33-CA2FF52910C6}"/>
              </a:ext>
            </a:extLst>
          </p:cNvPr>
          <p:cNvSpPr/>
          <p:nvPr/>
        </p:nvSpPr>
        <p:spPr>
          <a:xfrm>
            <a:off x="6197600" y="49222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F568AC9-5AD3-BEAE-3DFD-2585286CA7B8}"/>
              </a:ext>
            </a:extLst>
          </p:cNvPr>
          <p:cNvSpPr/>
          <p:nvPr/>
        </p:nvSpPr>
        <p:spPr>
          <a:xfrm>
            <a:off x="5334000" y="49222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0842BDF5-91ED-DE12-622D-2E68301BB153}"/>
              </a:ext>
            </a:extLst>
          </p:cNvPr>
          <p:cNvSpPr/>
          <p:nvPr/>
        </p:nvSpPr>
        <p:spPr>
          <a:xfrm>
            <a:off x="7061200" y="49222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165B1CC6-9CFC-8350-1431-5CDEB64362D1}"/>
              </a:ext>
            </a:extLst>
          </p:cNvPr>
          <p:cNvSpPr/>
          <p:nvPr/>
        </p:nvSpPr>
        <p:spPr>
          <a:xfrm>
            <a:off x="4455160" y="577195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6A41C0C8-B97A-936C-A300-467DF98A634D}"/>
              </a:ext>
            </a:extLst>
          </p:cNvPr>
          <p:cNvSpPr/>
          <p:nvPr/>
        </p:nvSpPr>
        <p:spPr>
          <a:xfrm>
            <a:off x="6217655" y="577195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4416C63-D81B-68CB-F488-58F435C6DCFE}"/>
              </a:ext>
            </a:extLst>
          </p:cNvPr>
          <p:cNvSpPr/>
          <p:nvPr/>
        </p:nvSpPr>
        <p:spPr>
          <a:xfrm>
            <a:off x="5319027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B9209720-5086-4135-9ADF-CE1788810E77}"/>
              </a:ext>
            </a:extLst>
          </p:cNvPr>
          <p:cNvSpPr/>
          <p:nvPr/>
        </p:nvSpPr>
        <p:spPr>
          <a:xfrm>
            <a:off x="3576320" y="577195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9B566C20-2C93-7BA4-0AB1-D40ABE6E6968}"/>
              </a:ext>
            </a:extLst>
          </p:cNvPr>
          <p:cNvSpPr/>
          <p:nvPr/>
        </p:nvSpPr>
        <p:spPr>
          <a:xfrm>
            <a:off x="2697480" y="57810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2AE51EBC-FDF1-061A-C3EF-8068DF835E1F}"/>
              </a:ext>
            </a:extLst>
          </p:cNvPr>
          <p:cNvSpPr/>
          <p:nvPr/>
        </p:nvSpPr>
        <p:spPr>
          <a:xfrm>
            <a:off x="7889246" y="49179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6371D96E-7810-1D5E-7B7A-CCDB584683C1}"/>
              </a:ext>
            </a:extLst>
          </p:cNvPr>
          <p:cNvSpPr/>
          <p:nvPr/>
        </p:nvSpPr>
        <p:spPr>
          <a:xfrm>
            <a:off x="7889246" y="57617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6F5593AB-F723-B1AB-DCCA-9A9DC70EB1B0}"/>
              </a:ext>
            </a:extLst>
          </p:cNvPr>
          <p:cNvSpPr/>
          <p:nvPr/>
        </p:nvSpPr>
        <p:spPr>
          <a:xfrm>
            <a:off x="2697480" y="189992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620D52D-B1BC-D41A-E883-470D5810D3AE}"/>
              </a:ext>
            </a:extLst>
          </p:cNvPr>
          <p:cNvSpPr/>
          <p:nvPr/>
        </p:nvSpPr>
        <p:spPr>
          <a:xfrm>
            <a:off x="5334000" y="189163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C00F221-C7B1-C6E6-26A0-6FF0264946CD}"/>
              </a:ext>
            </a:extLst>
          </p:cNvPr>
          <p:cNvSpPr/>
          <p:nvPr/>
        </p:nvSpPr>
        <p:spPr>
          <a:xfrm>
            <a:off x="3556000" y="189083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1B6876A2-8B97-6351-1C0D-AE55F963BDF1}"/>
              </a:ext>
            </a:extLst>
          </p:cNvPr>
          <p:cNvSpPr/>
          <p:nvPr/>
        </p:nvSpPr>
        <p:spPr>
          <a:xfrm>
            <a:off x="4455160" y="189992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267C302-719A-1883-3413-FFB9D59CA132}"/>
              </a:ext>
            </a:extLst>
          </p:cNvPr>
          <p:cNvSpPr/>
          <p:nvPr/>
        </p:nvSpPr>
        <p:spPr>
          <a:xfrm>
            <a:off x="7889246" y="18787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6083AE8-F7ED-DCBF-B196-D487E436A911}"/>
              </a:ext>
            </a:extLst>
          </p:cNvPr>
          <p:cNvSpPr/>
          <p:nvPr/>
        </p:nvSpPr>
        <p:spPr>
          <a:xfrm>
            <a:off x="7065745" y="188975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4A25273-3C8C-5077-597D-3B386DBE3AF5}"/>
              </a:ext>
            </a:extLst>
          </p:cNvPr>
          <p:cNvSpPr/>
          <p:nvPr/>
        </p:nvSpPr>
        <p:spPr>
          <a:xfrm>
            <a:off x="6212840" y="188895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E57FDD7-13EE-46F4-10D1-860572D155C0}"/>
              </a:ext>
            </a:extLst>
          </p:cNvPr>
          <p:cNvSpPr/>
          <p:nvPr/>
        </p:nvSpPr>
        <p:spPr>
          <a:xfrm>
            <a:off x="312928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D1F9B2B4-459D-347F-BC88-56913096DD1E}"/>
              </a:ext>
            </a:extLst>
          </p:cNvPr>
          <p:cNvSpPr/>
          <p:nvPr/>
        </p:nvSpPr>
        <p:spPr>
          <a:xfrm>
            <a:off x="3108960" y="23314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BB3B79F-1F74-0BC2-C9A1-11407336F3CC}"/>
              </a:ext>
            </a:extLst>
          </p:cNvPr>
          <p:cNvSpPr/>
          <p:nvPr/>
        </p:nvSpPr>
        <p:spPr>
          <a:xfrm>
            <a:off x="2667000" y="276352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D80C200-A3EB-288F-CEEB-57DED68C597E}"/>
              </a:ext>
            </a:extLst>
          </p:cNvPr>
          <p:cNvSpPr/>
          <p:nvPr/>
        </p:nvSpPr>
        <p:spPr>
          <a:xfrm>
            <a:off x="5303520" y="275523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7C05E2C7-3F9A-8822-452D-6E5F431709BB}"/>
              </a:ext>
            </a:extLst>
          </p:cNvPr>
          <p:cNvSpPr/>
          <p:nvPr/>
        </p:nvSpPr>
        <p:spPr>
          <a:xfrm>
            <a:off x="3525520" y="275443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774E242-2A0D-DFBC-7463-2636D0174A3B}"/>
              </a:ext>
            </a:extLst>
          </p:cNvPr>
          <p:cNvSpPr/>
          <p:nvPr/>
        </p:nvSpPr>
        <p:spPr>
          <a:xfrm>
            <a:off x="4424680" y="276352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2059AB4-C45F-2802-875B-0390514254B0}"/>
              </a:ext>
            </a:extLst>
          </p:cNvPr>
          <p:cNvSpPr/>
          <p:nvPr/>
        </p:nvSpPr>
        <p:spPr>
          <a:xfrm>
            <a:off x="7858766" y="27423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B9AB39A-F9A1-8C9E-264E-BB90290E37D6}"/>
              </a:ext>
            </a:extLst>
          </p:cNvPr>
          <p:cNvSpPr/>
          <p:nvPr/>
        </p:nvSpPr>
        <p:spPr>
          <a:xfrm>
            <a:off x="7035265" y="275335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504BD2E-2118-459B-A22F-B9C9922387A0}"/>
              </a:ext>
            </a:extLst>
          </p:cNvPr>
          <p:cNvSpPr/>
          <p:nvPr/>
        </p:nvSpPr>
        <p:spPr>
          <a:xfrm>
            <a:off x="6182360" y="275255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E4C768BE-99FD-1F6B-F786-8B779BB8EA39}"/>
              </a:ext>
            </a:extLst>
          </p:cNvPr>
          <p:cNvSpPr/>
          <p:nvPr/>
        </p:nvSpPr>
        <p:spPr>
          <a:xfrm>
            <a:off x="2687320" y="361696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DC6C5D33-9AA4-8ACC-DD9C-0169AF1C82C2}"/>
              </a:ext>
            </a:extLst>
          </p:cNvPr>
          <p:cNvSpPr/>
          <p:nvPr/>
        </p:nvSpPr>
        <p:spPr>
          <a:xfrm>
            <a:off x="5323840" y="36086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AFF9453A-C924-85A9-1BF0-34985F852879}"/>
              </a:ext>
            </a:extLst>
          </p:cNvPr>
          <p:cNvSpPr/>
          <p:nvPr/>
        </p:nvSpPr>
        <p:spPr>
          <a:xfrm>
            <a:off x="3545840" y="360787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C6F50D58-7F19-D02F-E502-C8BF4032C234}"/>
              </a:ext>
            </a:extLst>
          </p:cNvPr>
          <p:cNvSpPr/>
          <p:nvPr/>
        </p:nvSpPr>
        <p:spPr>
          <a:xfrm>
            <a:off x="4445000" y="361696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22E3ACD0-82D4-84D5-B469-C6640CE1AA5F}"/>
              </a:ext>
            </a:extLst>
          </p:cNvPr>
          <p:cNvSpPr/>
          <p:nvPr/>
        </p:nvSpPr>
        <p:spPr>
          <a:xfrm>
            <a:off x="7868926" y="36059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213D1AFB-8C20-25E4-10A7-D19DBC758C06}"/>
              </a:ext>
            </a:extLst>
          </p:cNvPr>
          <p:cNvSpPr/>
          <p:nvPr/>
        </p:nvSpPr>
        <p:spPr>
          <a:xfrm>
            <a:off x="7065745" y="359663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97A34769-BF8C-BA24-BDC2-FA09E101769D}"/>
              </a:ext>
            </a:extLst>
          </p:cNvPr>
          <p:cNvSpPr/>
          <p:nvPr/>
        </p:nvSpPr>
        <p:spPr>
          <a:xfrm>
            <a:off x="6202680" y="36059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B031B5FF-91A0-59D6-7A40-ECF358D7AB3B}"/>
              </a:ext>
            </a:extLst>
          </p:cNvPr>
          <p:cNvSpPr/>
          <p:nvPr/>
        </p:nvSpPr>
        <p:spPr>
          <a:xfrm>
            <a:off x="2707640" y="450088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0AF08F6-316A-AB3D-70E9-3EBC4B5496EC}"/>
              </a:ext>
            </a:extLst>
          </p:cNvPr>
          <p:cNvSpPr/>
          <p:nvPr/>
        </p:nvSpPr>
        <p:spPr>
          <a:xfrm>
            <a:off x="5344160" y="449259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8DEC30A1-31EC-BD2C-2E42-C8E3401E3C36}"/>
              </a:ext>
            </a:extLst>
          </p:cNvPr>
          <p:cNvSpPr/>
          <p:nvPr/>
        </p:nvSpPr>
        <p:spPr>
          <a:xfrm>
            <a:off x="3566160" y="449179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EEA0671-9592-8D23-47CB-B8CFE576AB5F}"/>
              </a:ext>
            </a:extLst>
          </p:cNvPr>
          <p:cNvSpPr/>
          <p:nvPr/>
        </p:nvSpPr>
        <p:spPr>
          <a:xfrm>
            <a:off x="4465320" y="450088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C5D036A9-4201-5BF2-B638-CFA11EAC8E12}"/>
              </a:ext>
            </a:extLst>
          </p:cNvPr>
          <p:cNvSpPr/>
          <p:nvPr/>
        </p:nvSpPr>
        <p:spPr>
          <a:xfrm>
            <a:off x="7889246" y="448991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635D99D0-BFD3-3EAF-741B-276B58813D9C}"/>
              </a:ext>
            </a:extLst>
          </p:cNvPr>
          <p:cNvSpPr/>
          <p:nvPr/>
        </p:nvSpPr>
        <p:spPr>
          <a:xfrm>
            <a:off x="7075905" y="449071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72C3B221-7B50-B998-B8D5-C1FECBB06A47}"/>
              </a:ext>
            </a:extLst>
          </p:cNvPr>
          <p:cNvSpPr/>
          <p:nvPr/>
        </p:nvSpPr>
        <p:spPr>
          <a:xfrm>
            <a:off x="6223000" y="448991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4A94CEC-1A1A-D942-2167-1755D56A9801}"/>
              </a:ext>
            </a:extLst>
          </p:cNvPr>
          <p:cNvSpPr/>
          <p:nvPr/>
        </p:nvSpPr>
        <p:spPr>
          <a:xfrm>
            <a:off x="2717800" y="536448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5BC9E0B-8696-D243-77DA-2E07488AF9BF}"/>
              </a:ext>
            </a:extLst>
          </p:cNvPr>
          <p:cNvSpPr/>
          <p:nvPr/>
        </p:nvSpPr>
        <p:spPr>
          <a:xfrm>
            <a:off x="5344160" y="535619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EA29C347-1D27-04DA-88E3-FCC1AC4AA5FA}"/>
              </a:ext>
            </a:extLst>
          </p:cNvPr>
          <p:cNvSpPr/>
          <p:nvPr/>
        </p:nvSpPr>
        <p:spPr>
          <a:xfrm>
            <a:off x="3576320" y="535539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0EAA712-CEA8-078D-6DA4-4924E4D38AFF}"/>
              </a:ext>
            </a:extLst>
          </p:cNvPr>
          <p:cNvSpPr/>
          <p:nvPr/>
        </p:nvSpPr>
        <p:spPr>
          <a:xfrm>
            <a:off x="4475480" y="535432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70794DA5-0730-D387-008C-B625498A3D5D}"/>
              </a:ext>
            </a:extLst>
          </p:cNvPr>
          <p:cNvSpPr/>
          <p:nvPr/>
        </p:nvSpPr>
        <p:spPr>
          <a:xfrm>
            <a:off x="7899406" y="535351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471AE1A6-5E25-C0FF-808C-64A926DE65FC}"/>
              </a:ext>
            </a:extLst>
          </p:cNvPr>
          <p:cNvSpPr/>
          <p:nvPr/>
        </p:nvSpPr>
        <p:spPr>
          <a:xfrm>
            <a:off x="7086065" y="535431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2FA015B6-4408-9098-C1B9-16DC1E434287}"/>
              </a:ext>
            </a:extLst>
          </p:cNvPr>
          <p:cNvSpPr/>
          <p:nvPr/>
        </p:nvSpPr>
        <p:spPr>
          <a:xfrm>
            <a:off x="6227815" y="5366085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E349E836-F057-4CC4-021C-8EC9AEC3F4CD}"/>
              </a:ext>
            </a:extLst>
          </p:cNvPr>
          <p:cNvSpPr/>
          <p:nvPr/>
        </p:nvSpPr>
        <p:spPr>
          <a:xfrm>
            <a:off x="5344160" y="622995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149C6D8A-1477-F387-5C25-7961DC7FB6DA}"/>
              </a:ext>
            </a:extLst>
          </p:cNvPr>
          <p:cNvSpPr/>
          <p:nvPr/>
        </p:nvSpPr>
        <p:spPr>
          <a:xfrm>
            <a:off x="3566160" y="623931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63B2CB4C-8CCA-5A3B-971E-C46BE79F7004}"/>
              </a:ext>
            </a:extLst>
          </p:cNvPr>
          <p:cNvSpPr/>
          <p:nvPr/>
        </p:nvSpPr>
        <p:spPr>
          <a:xfrm>
            <a:off x="4465320" y="62382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747F8785-4470-2DF6-9914-76632FB28473}"/>
              </a:ext>
            </a:extLst>
          </p:cNvPr>
          <p:cNvSpPr/>
          <p:nvPr/>
        </p:nvSpPr>
        <p:spPr>
          <a:xfrm>
            <a:off x="7075905" y="622807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151F63DA-CB49-0306-A663-479E87C54D47}"/>
              </a:ext>
            </a:extLst>
          </p:cNvPr>
          <p:cNvSpPr/>
          <p:nvPr/>
        </p:nvSpPr>
        <p:spPr>
          <a:xfrm>
            <a:off x="6223000" y="622727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40AECA29-86E3-777D-AA5F-08E68001009E}"/>
              </a:ext>
            </a:extLst>
          </p:cNvPr>
          <p:cNvSpPr/>
          <p:nvPr/>
        </p:nvSpPr>
        <p:spPr>
          <a:xfrm>
            <a:off x="5334000" y="99755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1BC0AF8E-B50D-05AE-ED13-CF6922E5702D}"/>
              </a:ext>
            </a:extLst>
          </p:cNvPr>
          <p:cNvSpPr/>
          <p:nvPr/>
        </p:nvSpPr>
        <p:spPr>
          <a:xfrm>
            <a:off x="3556000" y="99675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C0B182F1-25A8-AF6F-481C-977E9EF797E8}"/>
              </a:ext>
            </a:extLst>
          </p:cNvPr>
          <p:cNvSpPr/>
          <p:nvPr/>
        </p:nvSpPr>
        <p:spPr>
          <a:xfrm>
            <a:off x="4455160" y="10058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6EC922E3-A339-B440-1AD3-E7DCE6CCAF6B}"/>
              </a:ext>
            </a:extLst>
          </p:cNvPr>
          <p:cNvSpPr/>
          <p:nvPr/>
        </p:nvSpPr>
        <p:spPr>
          <a:xfrm>
            <a:off x="7065745" y="99567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C4ED5A4-101B-E62B-AEC6-FA9905FA403B}"/>
              </a:ext>
            </a:extLst>
          </p:cNvPr>
          <p:cNvSpPr/>
          <p:nvPr/>
        </p:nvSpPr>
        <p:spPr>
          <a:xfrm>
            <a:off x="6212840" y="99487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0E8AACA-A50B-B4B6-4FD5-9EA24EE7568C}"/>
              </a:ext>
            </a:extLst>
          </p:cNvPr>
          <p:cNvSpPr/>
          <p:nvPr/>
        </p:nvSpPr>
        <p:spPr>
          <a:xfrm>
            <a:off x="313181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6F4E5EFC-8F4F-D7C8-DDB0-D01B232B5CF7}"/>
              </a:ext>
            </a:extLst>
          </p:cNvPr>
          <p:cNvSpPr/>
          <p:nvPr/>
        </p:nvSpPr>
        <p:spPr>
          <a:xfrm>
            <a:off x="311658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14DD859F-F051-2815-E781-E3B20311C042}"/>
              </a:ext>
            </a:extLst>
          </p:cNvPr>
          <p:cNvSpPr/>
          <p:nvPr/>
        </p:nvSpPr>
        <p:spPr>
          <a:xfrm>
            <a:off x="3121660" y="27525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9DF28EE0-41F9-D8BB-4708-23A360AB196B}"/>
              </a:ext>
            </a:extLst>
          </p:cNvPr>
          <p:cNvSpPr/>
          <p:nvPr/>
        </p:nvSpPr>
        <p:spPr>
          <a:xfrm>
            <a:off x="3139440" y="31854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50F94185-2C37-E46C-0590-10B738836E33}"/>
              </a:ext>
            </a:extLst>
          </p:cNvPr>
          <p:cNvSpPr/>
          <p:nvPr/>
        </p:nvSpPr>
        <p:spPr>
          <a:xfrm>
            <a:off x="311912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B95F52A3-4DFB-DE7F-0202-A9F9A0D124D2}"/>
              </a:ext>
            </a:extLst>
          </p:cNvPr>
          <p:cNvSpPr/>
          <p:nvPr/>
        </p:nvSpPr>
        <p:spPr>
          <a:xfrm>
            <a:off x="3141979" y="36223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EB3F8787-A4BF-5E10-EBE2-B859535D1DFF}"/>
              </a:ext>
            </a:extLst>
          </p:cNvPr>
          <p:cNvSpPr/>
          <p:nvPr/>
        </p:nvSpPr>
        <p:spPr>
          <a:xfrm>
            <a:off x="312674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A1B9F697-B408-395A-5227-10DE914D50E4}"/>
              </a:ext>
            </a:extLst>
          </p:cNvPr>
          <p:cNvSpPr/>
          <p:nvPr/>
        </p:nvSpPr>
        <p:spPr>
          <a:xfrm>
            <a:off x="3131820" y="4936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269A755A-57F9-9ABF-2523-EEA88E2C9A3D}"/>
              </a:ext>
            </a:extLst>
          </p:cNvPr>
          <p:cNvSpPr/>
          <p:nvPr/>
        </p:nvSpPr>
        <p:spPr>
          <a:xfrm>
            <a:off x="3129280" y="5369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2B1AC05B-D600-ABED-F41B-66527290A949}"/>
              </a:ext>
            </a:extLst>
          </p:cNvPr>
          <p:cNvSpPr/>
          <p:nvPr/>
        </p:nvSpPr>
        <p:spPr>
          <a:xfrm>
            <a:off x="3131819" y="5806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62E23E5C-5612-18F0-20EC-B6432EB7689F}"/>
              </a:ext>
            </a:extLst>
          </p:cNvPr>
          <p:cNvSpPr/>
          <p:nvPr/>
        </p:nvSpPr>
        <p:spPr>
          <a:xfrm>
            <a:off x="3116580" y="62577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D89C043E-6263-978D-8A3B-913B35652157}"/>
              </a:ext>
            </a:extLst>
          </p:cNvPr>
          <p:cNvSpPr/>
          <p:nvPr/>
        </p:nvSpPr>
        <p:spPr>
          <a:xfrm>
            <a:off x="3982720" y="23314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9CC045C3-9049-90AD-84A4-D705856D7C1F}"/>
              </a:ext>
            </a:extLst>
          </p:cNvPr>
          <p:cNvSpPr/>
          <p:nvPr/>
        </p:nvSpPr>
        <p:spPr>
          <a:xfrm>
            <a:off x="400557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03BF8816-CDD2-A551-AB7C-87AA35AFAD62}"/>
              </a:ext>
            </a:extLst>
          </p:cNvPr>
          <p:cNvSpPr/>
          <p:nvPr/>
        </p:nvSpPr>
        <p:spPr>
          <a:xfrm>
            <a:off x="399034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FF59C36C-9855-C7B5-C02B-21A4B123818E}"/>
              </a:ext>
            </a:extLst>
          </p:cNvPr>
          <p:cNvSpPr/>
          <p:nvPr/>
        </p:nvSpPr>
        <p:spPr>
          <a:xfrm>
            <a:off x="3995420" y="27525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28F3E1FC-0960-B747-C7AB-C08AA5257F37}"/>
              </a:ext>
            </a:extLst>
          </p:cNvPr>
          <p:cNvSpPr/>
          <p:nvPr/>
        </p:nvSpPr>
        <p:spPr>
          <a:xfrm>
            <a:off x="4013200" y="31854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2BEC1D5E-5755-F255-4B21-C5C611D82C16}"/>
              </a:ext>
            </a:extLst>
          </p:cNvPr>
          <p:cNvSpPr/>
          <p:nvPr/>
        </p:nvSpPr>
        <p:spPr>
          <a:xfrm>
            <a:off x="399288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1C87686F-82AF-F718-52F1-F515AEA4B81D}"/>
              </a:ext>
            </a:extLst>
          </p:cNvPr>
          <p:cNvSpPr/>
          <p:nvPr/>
        </p:nvSpPr>
        <p:spPr>
          <a:xfrm>
            <a:off x="4015739" y="36223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5D36C9E1-381E-0544-ACEA-D6A8F3BC3D0A}"/>
              </a:ext>
            </a:extLst>
          </p:cNvPr>
          <p:cNvSpPr/>
          <p:nvPr/>
        </p:nvSpPr>
        <p:spPr>
          <a:xfrm>
            <a:off x="400050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5525E0E2-02B8-E962-052B-9E1988518DB3}"/>
              </a:ext>
            </a:extLst>
          </p:cNvPr>
          <p:cNvSpPr/>
          <p:nvPr/>
        </p:nvSpPr>
        <p:spPr>
          <a:xfrm>
            <a:off x="4005580" y="4936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8EE478E-AA20-27BB-877E-EFD2180AF155}"/>
              </a:ext>
            </a:extLst>
          </p:cNvPr>
          <p:cNvSpPr/>
          <p:nvPr/>
        </p:nvSpPr>
        <p:spPr>
          <a:xfrm>
            <a:off x="4003040" y="5369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A9CC9B03-ECEF-5991-A11C-2D08C5C43079}"/>
              </a:ext>
            </a:extLst>
          </p:cNvPr>
          <p:cNvSpPr/>
          <p:nvPr/>
        </p:nvSpPr>
        <p:spPr>
          <a:xfrm>
            <a:off x="4005579" y="5806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5EB4A1AF-C174-83D2-E27E-512566F66B44}"/>
              </a:ext>
            </a:extLst>
          </p:cNvPr>
          <p:cNvSpPr/>
          <p:nvPr/>
        </p:nvSpPr>
        <p:spPr>
          <a:xfrm>
            <a:off x="3990340" y="62577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4612FADD-414D-700F-C829-B94F0FC299D5}"/>
              </a:ext>
            </a:extLst>
          </p:cNvPr>
          <p:cNvSpPr/>
          <p:nvPr/>
        </p:nvSpPr>
        <p:spPr>
          <a:xfrm>
            <a:off x="4886960" y="980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BE81C6DD-ED73-0608-271E-B2EA3ACD6951}"/>
              </a:ext>
            </a:extLst>
          </p:cNvPr>
          <p:cNvSpPr/>
          <p:nvPr/>
        </p:nvSpPr>
        <p:spPr>
          <a:xfrm>
            <a:off x="4866640" y="23111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2FF664DF-CE2A-517B-8E6D-58C823D2541B}"/>
              </a:ext>
            </a:extLst>
          </p:cNvPr>
          <p:cNvSpPr/>
          <p:nvPr/>
        </p:nvSpPr>
        <p:spPr>
          <a:xfrm>
            <a:off x="4889499" y="14175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B4E44BCD-00B2-BD9E-E111-C5975BB75D6B}"/>
              </a:ext>
            </a:extLst>
          </p:cNvPr>
          <p:cNvSpPr/>
          <p:nvPr/>
        </p:nvSpPr>
        <p:spPr>
          <a:xfrm>
            <a:off x="4874260" y="1868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A5AE405B-1D20-4772-83AF-7252B5A36B2B}"/>
              </a:ext>
            </a:extLst>
          </p:cNvPr>
          <p:cNvSpPr/>
          <p:nvPr/>
        </p:nvSpPr>
        <p:spPr>
          <a:xfrm>
            <a:off x="4879340" y="27322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4B5F6237-CBC7-79C3-BECF-895272D7D14C}"/>
              </a:ext>
            </a:extLst>
          </p:cNvPr>
          <p:cNvSpPr/>
          <p:nvPr/>
        </p:nvSpPr>
        <p:spPr>
          <a:xfrm>
            <a:off x="4897120" y="31651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CA70250B-4232-6448-95C5-A6E032D6AB10}"/>
              </a:ext>
            </a:extLst>
          </p:cNvPr>
          <p:cNvSpPr/>
          <p:nvPr/>
        </p:nvSpPr>
        <p:spPr>
          <a:xfrm>
            <a:off x="4876800" y="44955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5FBBD5C3-0D86-C0E9-10E1-72A9EDE6B6CA}"/>
              </a:ext>
            </a:extLst>
          </p:cNvPr>
          <p:cNvSpPr/>
          <p:nvPr/>
        </p:nvSpPr>
        <p:spPr>
          <a:xfrm>
            <a:off x="4899659" y="36019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44A31827-C5D5-E77E-F070-941BA35456B3}"/>
              </a:ext>
            </a:extLst>
          </p:cNvPr>
          <p:cNvSpPr/>
          <p:nvPr/>
        </p:nvSpPr>
        <p:spPr>
          <a:xfrm>
            <a:off x="4884420" y="40530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4DF80E9D-B968-813E-D8A4-746786E8B4A0}"/>
              </a:ext>
            </a:extLst>
          </p:cNvPr>
          <p:cNvSpPr/>
          <p:nvPr/>
        </p:nvSpPr>
        <p:spPr>
          <a:xfrm>
            <a:off x="4889500" y="4916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748EBB7D-B9C1-FADE-B781-CBE2741983D6}"/>
              </a:ext>
            </a:extLst>
          </p:cNvPr>
          <p:cNvSpPr/>
          <p:nvPr/>
        </p:nvSpPr>
        <p:spPr>
          <a:xfrm>
            <a:off x="4886960" y="53495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349F869F-0F65-BBF3-8689-99AB01BAADAE}"/>
              </a:ext>
            </a:extLst>
          </p:cNvPr>
          <p:cNvSpPr/>
          <p:nvPr/>
        </p:nvSpPr>
        <p:spPr>
          <a:xfrm>
            <a:off x="4889499" y="57863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537E2984-0280-DB67-8F69-5A4C6B98A9CC}"/>
              </a:ext>
            </a:extLst>
          </p:cNvPr>
          <p:cNvSpPr/>
          <p:nvPr/>
        </p:nvSpPr>
        <p:spPr>
          <a:xfrm>
            <a:off x="4884420" y="62374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D0E9FBD8-F376-BB03-F582-5DDD999538AA}"/>
              </a:ext>
            </a:extLst>
          </p:cNvPr>
          <p:cNvSpPr/>
          <p:nvPr/>
        </p:nvSpPr>
        <p:spPr>
          <a:xfrm>
            <a:off x="5770880" y="980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3F3F07D6-74A0-1739-F38B-080CFB6E71D0}"/>
              </a:ext>
            </a:extLst>
          </p:cNvPr>
          <p:cNvSpPr/>
          <p:nvPr/>
        </p:nvSpPr>
        <p:spPr>
          <a:xfrm>
            <a:off x="5750560" y="23111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F0DF314E-1A16-CAE3-5990-C5173AD59EFB}"/>
              </a:ext>
            </a:extLst>
          </p:cNvPr>
          <p:cNvSpPr/>
          <p:nvPr/>
        </p:nvSpPr>
        <p:spPr>
          <a:xfrm>
            <a:off x="5773419" y="14175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AEA8F2C5-2A35-6F46-53F4-38DE75765178}"/>
              </a:ext>
            </a:extLst>
          </p:cNvPr>
          <p:cNvSpPr/>
          <p:nvPr/>
        </p:nvSpPr>
        <p:spPr>
          <a:xfrm>
            <a:off x="5758180" y="1868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CFBC830C-BC23-6323-462E-B2E4FD78E1C6}"/>
              </a:ext>
            </a:extLst>
          </p:cNvPr>
          <p:cNvSpPr/>
          <p:nvPr/>
        </p:nvSpPr>
        <p:spPr>
          <a:xfrm>
            <a:off x="5763260" y="27322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FB15F102-3557-4EE8-0259-7FF4598A83AE}"/>
              </a:ext>
            </a:extLst>
          </p:cNvPr>
          <p:cNvSpPr/>
          <p:nvPr/>
        </p:nvSpPr>
        <p:spPr>
          <a:xfrm>
            <a:off x="5781040" y="31651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F58F8E62-3F31-40DD-1630-4B92A1BE17E4}"/>
              </a:ext>
            </a:extLst>
          </p:cNvPr>
          <p:cNvSpPr/>
          <p:nvPr/>
        </p:nvSpPr>
        <p:spPr>
          <a:xfrm>
            <a:off x="5760720" y="44955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9F44760B-9A26-160C-A0FE-B1421ED79854}"/>
              </a:ext>
            </a:extLst>
          </p:cNvPr>
          <p:cNvSpPr/>
          <p:nvPr/>
        </p:nvSpPr>
        <p:spPr>
          <a:xfrm>
            <a:off x="5783579" y="36019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215AC857-9191-A97A-7953-B93BE1877BDC}"/>
              </a:ext>
            </a:extLst>
          </p:cNvPr>
          <p:cNvSpPr/>
          <p:nvPr/>
        </p:nvSpPr>
        <p:spPr>
          <a:xfrm>
            <a:off x="5768340" y="40530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BC167FD2-4D31-1247-2CA1-FEF4272E6434}"/>
              </a:ext>
            </a:extLst>
          </p:cNvPr>
          <p:cNvSpPr/>
          <p:nvPr/>
        </p:nvSpPr>
        <p:spPr>
          <a:xfrm>
            <a:off x="5773420" y="4916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6D8D510B-30C7-4800-FB0D-9851ADF55A7B}"/>
              </a:ext>
            </a:extLst>
          </p:cNvPr>
          <p:cNvSpPr/>
          <p:nvPr/>
        </p:nvSpPr>
        <p:spPr>
          <a:xfrm>
            <a:off x="5770880" y="53495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C878C1B3-D1F0-50FF-5D26-373A6AEC5664}"/>
              </a:ext>
            </a:extLst>
          </p:cNvPr>
          <p:cNvSpPr/>
          <p:nvPr/>
        </p:nvSpPr>
        <p:spPr>
          <a:xfrm>
            <a:off x="5773419" y="57863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5E7A8606-34B2-8BBE-6D0B-59F7FF64FFA7}"/>
              </a:ext>
            </a:extLst>
          </p:cNvPr>
          <p:cNvSpPr/>
          <p:nvPr/>
        </p:nvSpPr>
        <p:spPr>
          <a:xfrm>
            <a:off x="5758180" y="62374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3FBA9D56-4476-578C-66B3-939BBA9CF7EE}"/>
              </a:ext>
            </a:extLst>
          </p:cNvPr>
          <p:cNvSpPr/>
          <p:nvPr/>
        </p:nvSpPr>
        <p:spPr>
          <a:xfrm>
            <a:off x="2225040" y="23314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FC1CAF52-4507-8CB5-DE2C-A144F3AB831A}"/>
              </a:ext>
            </a:extLst>
          </p:cNvPr>
          <p:cNvSpPr/>
          <p:nvPr/>
        </p:nvSpPr>
        <p:spPr>
          <a:xfrm>
            <a:off x="223266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9998B716-BD4D-0F03-DB78-1E370F7A73D0}"/>
              </a:ext>
            </a:extLst>
          </p:cNvPr>
          <p:cNvSpPr/>
          <p:nvPr/>
        </p:nvSpPr>
        <p:spPr>
          <a:xfrm>
            <a:off x="2237740" y="27525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0379FB13-AE82-3E39-9BCC-0A76749DA2AC}"/>
              </a:ext>
            </a:extLst>
          </p:cNvPr>
          <p:cNvSpPr/>
          <p:nvPr/>
        </p:nvSpPr>
        <p:spPr>
          <a:xfrm>
            <a:off x="2255520" y="31854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5821F2E8-FBDA-ABDA-CA86-7F57AC4199F6}"/>
              </a:ext>
            </a:extLst>
          </p:cNvPr>
          <p:cNvSpPr/>
          <p:nvPr/>
        </p:nvSpPr>
        <p:spPr>
          <a:xfrm>
            <a:off x="223520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9E671BA7-FC20-82C6-24EF-1E099CEFD8ED}"/>
              </a:ext>
            </a:extLst>
          </p:cNvPr>
          <p:cNvSpPr/>
          <p:nvPr/>
        </p:nvSpPr>
        <p:spPr>
          <a:xfrm>
            <a:off x="2258059" y="36223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7712659F-1F2A-36B9-0EC8-5F72C503DBD7}"/>
              </a:ext>
            </a:extLst>
          </p:cNvPr>
          <p:cNvSpPr/>
          <p:nvPr/>
        </p:nvSpPr>
        <p:spPr>
          <a:xfrm>
            <a:off x="224282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9BDD1C15-0CF3-CEAF-3CE9-27B694F364BC}"/>
              </a:ext>
            </a:extLst>
          </p:cNvPr>
          <p:cNvSpPr/>
          <p:nvPr/>
        </p:nvSpPr>
        <p:spPr>
          <a:xfrm>
            <a:off x="2247900" y="4936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F240A084-4628-2CC7-FFF7-44AEBB2A90E5}"/>
              </a:ext>
            </a:extLst>
          </p:cNvPr>
          <p:cNvSpPr/>
          <p:nvPr/>
        </p:nvSpPr>
        <p:spPr>
          <a:xfrm>
            <a:off x="2245360" y="5369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E6A44DDA-2B55-7D68-D483-A3D726EFAA0A}"/>
              </a:ext>
            </a:extLst>
          </p:cNvPr>
          <p:cNvSpPr/>
          <p:nvPr/>
        </p:nvSpPr>
        <p:spPr>
          <a:xfrm>
            <a:off x="6644640" y="980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1BB26455-836E-7E25-9F35-7B124DDDDC76}"/>
              </a:ext>
            </a:extLst>
          </p:cNvPr>
          <p:cNvSpPr/>
          <p:nvPr/>
        </p:nvSpPr>
        <p:spPr>
          <a:xfrm>
            <a:off x="6624320" y="23111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5471EFCE-D9B8-A489-2708-78BCE1680BE2}"/>
              </a:ext>
            </a:extLst>
          </p:cNvPr>
          <p:cNvSpPr/>
          <p:nvPr/>
        </p:nvSpPr>
        <p:spPr>
          <a:xfrm>
            <a:off x="6647179" y="14175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30B34F6B-2C6A-0613-7045-46FF6EE9D531}"/>
              </a:ext>
            </a:extLst>
          </p:cNvPr>
          <p:cNvSpPr/>
          <p:nvPr/>
        </p:nvSpPr>
        <p:spPr>
          <a:xfrm>
            <a:off x="6631940" y="1868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D7B66717-AB7E-26AF-66FF-5EF14246C914}"/>
              </a:ext>
            </a:extLst>
          </p:cNvPr>
          <p:cNvSpPr/>
          <p:nvPr/>
        </p:nvSpPr>
        <p:spPr>
          <a:xfrm>
            <a:off x="6626860" y="27322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3AAB3F14-138D-FB6D-DF31-1ACF3A4E04E9}"/>
              </a:ext>
            </a:extLst>
          </p:cNvPr>
          <p:cNvSpPr/>
          <p:nvPr/>
        </p:nvSpPr>
        <p:spPr>
          <a:xfrm>
            <a:off x="6654800" y="31651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E3AFFD4A-1559-11EB-383A-FB63174A8E7A}"/>
              </a:ext>
            </a:extLst>
          </p:cNvPr>
          <p:cNvSpPr/>
          <p:nvPr/>
        </p:nvSpPr>
        <p:spPr>
          <a:xfrm>
            <a:off x="6634480" y="44955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5FE982AC-0F53-08B5-DA5D-0DDBC0BF2CB5}"/>
              </a:ext>
            </a:extLst>
          </p:cNvPr>
          <p:cNvSpPr/>
          <p:nvPr/>
        </p:nvSpPr>
        <p:spPr>
          <a:xfrm>
            <a:off x="6657339" y="36019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639AFEC7-7A4B-FA18-7E14-1158F8DCD09C}"/>
              </a:ext>
            </a:extLst>
          </p:cNvPr>
          <p:cNvSpPr/>
          <p:nvPr/>
        </p:nvSpPr>
        <p:spPr>
          <a:xfrm>
            <a:off x="6642100" y="40530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AC34F539-FE7B-C423-A95C-691BCA42BFCB}"/>
              </a:ext>
            </a:extLst>
          </p:cNvPr>
          <p:cNvSpPr/>
          <p:nvPr/>
        </p:nvSpPr>
        <p:spPr>
          <a:xfrm>
            <a:off x="6647180" y="4916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1A5C2270-3F15-25F3-9484-2D4C716D090E}"/>
              </a:ext>
            </a:extLst>
          </p:cNvPr>
          <p:cNvSpPr/>
          <p:nvPr/>
        </p:nvSpPr>
        <p:spPr>
          <a:xfrm>
            <a:off x="6644640" y="53495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77FB78C6-C47A-CA7A-12B2-BD75BC421E7C}"/>
              </a:ext>
            </a:extLst>
          </p:cNvPr>
          <p:cNvSpPr/>
          <p:nvPr/>
        </p:nvSpPr>
        <p:spPr>
          <a:xfrm>
            <a:off x="6647179" y="57863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06CCC701-1B2E-2382-02E2-2C11B5B3420A}"/>
              </a:ext>
            </a:extLst>
          </p:cNvPr>
          <p:cNvSpPr/>
          <p:nvPr/>
        </p:nvSpPr>
        <p:spPr>
          <a:xfrm>
            <a:off x="6631940" y="62374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9D032A0A-69D9-2986-D631-6123080E1AD5}"/>
              </a:ext>
            </a:extLst>
          </p:cNvPr>
          <p:cNvSpPr/>
          <p:nvPr/>
        </p:nvSpPr>
        <p:spPr>
          <a:xfrm>
            <a:off x="7477760" y="9908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2F59A62B-568B-742F-A92F-CA199ACFC3E7}"/>
              </a:ext>
            </a:extLst>
          </p:cNvPr>
          <p:cNvSpPr/>
          <p:nvPr/>
        </p:nvSpPr>
        <p:spPr>
          <a:xfrm>
            <a:off x="7467600" y="229081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625E446C-88E8-2EBF-CABC-CDC13295F974}"/>
              </a:ext>
            </a:extLst>
          </p:cNvPr>
          <p:cNvSpPr/>
          <p:nvPr/>
        </p:nvSpPr>
        <p:spPr>
          <a:xfrm>
            <a:off x="7490459" y="13972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C9819DAD-42B7-A59A-C8EB-98A6577C88D2}"/>
              </a:ext>
            </a:extLst>
          </p:cNvPr>
          <p:cNvSpPr/>
          <p:nvPr/>
        </p:nvSpPr>
        <p:spPr>
          <a:xfrm>
            <a:off x="7475220" y="184831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84E48F04-4E8A-0116-6982-D9295209F166}"/>
              </a:ext>
            </a:extLst>
          </p:cNvPr>
          <p:cNvSpPr/>
          <p:nvPr/>
        </p:nvSpPr>
        <p:spPr>
          <a:xfrm>
            <a:off x="7439660" y="271191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6FADEDE8-DD92-C174-5BB2-2568120AC79C}"/>
              </a:ext>
            </a:extLst>
          </p:cNvPr>
          <p:cNvSpPr/>
          <p:nvPr/>
        </p:nvSpPr>
        <p:spPr>
          <a:xfrm>
            <a:off x="7457440" y="31549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76058E4F-EB69-8A1E-1358-39F2371A8F52}"/>
              </a:ext>
            </a:extLst>
          </p:cNvPr>
          <p:cNvSpPr/>
          <p:nvPr/>
        </p:nvSpPr>
        <p:spPr>
          <a:xfrm>
            <a:off x="7477760" y="447521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C75C4269-5F44-21FD-B560-7A2558700469}"/>
              </a:ext>
            </a:extLst>
          </p:cNvPr>
          <p:cNvSpPr/>
          <p:nvPr/>
        </p:nvSpPr>
        <p:spPr>
          <a:xfrm>
            <a:off x="7470139" y="3591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32E37266-1D4C-301D-73FA-E6CAACF2F014}"/>
              </a:ext>
            </a:extLst>
          </p:cNvPr>
          <p:cNvSpPr/>
          <p:nvPr/>
        </p:nvSpPr>
        <p:spPr>
          <a:xfrm>
            <a:off x="7485380" y="403271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FB611D5D-9F43-BD65-A1EA-AE51A579CDBB}"/>
              </a:ext>
            </a:extLst>
          </p:cNvPr>
          <p:cNvSpPr/>
          <p:nvPr/>
        </p:nvSpPr>
        <p:spPr>
          <a:xfrm>
            <a:off x="7490460" y="489631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289D4E91-DF6C-77E8-BCEA-1583785BC281}"/>
              </a:ext>
            </a:extLst>
          </p:cNvPr>
          <p:cNvSpPr/>
          <p:nvPr/>
        </p:nvSpPr>
        <p:spPr>
          <a:xfrm>
            <a:off x="7487920" y="53291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CF636C1-E85D-24B8-355A-7B177ABE6F43}"/>
              </a:ext>
            </a:extLst>
          </p:cNvPr>
          <p:cNvSpPr/>
          <p:nvPr/>
        </p:nvSpPr>
        <p:spPr>
          <a:xfrm>
            <a:off x="7490459" y="57660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265182FB-AFD8-A70F-E44B-60E7BCE752C4}"/>
              </a:ext>
            </a:extLst>
          </p:cNvPr>
          <p:cNvSpPr/>
          <p:nvPr/>
        </p:nvSpPr>
        <p:spPr>
          <a:xfrm>
            <a:off x="7475220" y="621711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D187F7DB-6592-3CF5-49FA-1C5F4465F280}"/>
              </a:ext>
            </a:extLst>
          </p:cNvPr>
          <p:cNvSpPr/>
          <p:nvPr/>
        </p:nvSpPr>
        <p:spPr>
          <a:xfrm>
            <a:off x="8341360" y="23009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51C2084D-C3B1-EABF-69EC-D1465F1AD55A}"/>
              </a:ext>
            </a:extLst>
          </p:cNvPr>
          <p:cNvSpPr/>
          <p:nvPr/>
        </p:nvSpPr>
        <p:spPr>
          <a:xfrm>
            <a:off x="8348980" y="18584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BCABF6E5-3543-DC8B-E567-8CD0AF4B7EBF}"/>
              </a:ext>
            </a:extLst>
          </p:cNvPr>
          <p:cNvSpPr/>
          <p:nvPr/>
        </p:nvSpPr>
        <p:spPr>
          <a:xfrm>
            <a:off x="8354060" y="2722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2EB745DE-2713-9387-F17D-0D7896208C11}"/>
              </a:ext>
            </a:extLst>
          </p:cNvPr>
          <p:cNvSpPr/>
          <p:nvPr/>
        </p:nvSpPr>
        <p:spPr>
          <a:xfrm>
            <a:off x="8371840" y="31549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369EE53D-6E87-2594-455E-5E78D7D974EB}"/>
              </a:ext>
            </a:extLst>
          </p:cNvPr>
          <p:cNvSpPr/>
          <p:nvPr/>
        </p:nvSpPr>
        <p:spPr>
          <a:xfrm>
            <a:off x="8351520" y="44853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9760DC24-195C-01F1-6AF5-1E076374E58D}"/>
              </a:ext>
            </a:extLst>
          </p:cNvPr>
          <p:cNvSpPr/>
          <p:nvPr/>
        </p:nvSpPr>
        <p:spPr>
          <a:xfrm>
            <a:off x="8374379" y="3591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074AA431-FD32-5C58-21C3-D0A1E5152E69}"/>
              </a:ext>
            </a:extLst>
          </p:cNvPr>
          <p:cNvSpPr/>
          <p:nvPr/>
        </p:nvSpPr>
        <p:spPr>
          <a:xfrm>
            <a:off x="8359140" y="404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E6383521-9E9B-E9E6-3213-40E483AA4D4F}"/>
              </a:ext>
            </a:extLst>
          </p:cNvPr>
          <p:cNvSpPr/>
          <p:nvPr/>
        </p:nvSpPr>
        <p:spPr>
          <a:xfrm>
            <a:off x="8364220" y="49064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E3D67462-CA08-7264-44C8-F65772A8C2FA}"/>
              </a:ext>
            </a:extLst>
          </p:cNvPr>
          <p:cNvSpPr/>
          <p:nvPr/>
        </p:nvSpPr>
        <p:spPr>
          <a:xfrm>
            <a:off x="8361680" y="53393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八角形 215">
            <a:extLst>
              <a:ext uri="{FF2B5EF4-FFF2-40B4-BE49-F238E27FC236}">
                <a16:creationId xmlns:a16="http://schemas.microsoft.com/office/drawing/2014/main" id="{4F197BB1-FB0E-9828-0E28-18718710E80F}"/>
              </a:ext>
            </a:extLst>
          </p:cNvPr>
          <p:cNvSpPr/>
          <p:nvPr/>
        </p:nvSpPr>
        <p:spPr>
          <a:xfrm>
            <a:off x="2230388" y="1001026"/>
            <a:ext cx="375920" cy="375385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7" name="八角形 216">
            <a:extLst>
              <a:ext uri="{FF2B5EF4-FFF2-40B4-BE49-F238E27FC236}">
                <a16:creationId xmlns:a16="http://schemas.microsoft.com/office/drawing/2014/main" id="{2E60B59C-EA0C-93DD-EFD0-AB72D0036FFB}"/>
              </a:ext>
            </a:extLst>
          </p:cNvPr>
          <p:cNvSpPr/>
          <p:nvPr/>
        </p:nvSpPr>
        <p:spPr>
          <a:xfrm>
            <a:off x="2230655" y="6269255"/>
            <a:ext cx="375920" cy="375385"/>
          </a:xfrm>
          <a:prstGeom prst="oct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八角形 217">
            <a:extLst>
              <a:ext uri="{FF2B5EF4-FFF2-40B4-BE49-F238E27FC236}">
                <a16:creationId xmlns:a16="http://schemas.microsoft.com/office/drawing/2014/main" id="{06E86ADC-0608-A895-8D91-E61E49485BA3}"/>
              </a:ext>
            </a:extLst>
          </p:cNvPr>
          <p:cNvSpPr/>
          <p:nvPr/>
        </p:nvSpPr>
        <p:spPr>
          <a:xfrm>
            <a:off x="8346446" y="1011186"/>
            <a:ext cx="375920" cy="375385"/>
          </a:xfrm>
          <a:prstGeom prst="octag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八角形 218">
            <a:extLst>
              <a:ext uri="{FF2B5EF4-FFF2-40B4-BE49-F238E27FC236}">
                <a16:creationId xmlns:a16="http://schemas.microsoft.com/office/drawing/2014/main" id="{5836AF56-C7DD-E515-DF31-B0E9375BAA17}"/>
              </a:ext>
            </a:extLst>
          </p:cNvPr>
          <p:cNvSpPr/>
          <p:nvPr/>
        </p:nvSpPr>
        <p:spPr>
          <a:xfrm>
            <a:off x="8392160" y="6238239"/>
            <a:ext cx="375920" cy="375385"/>
          </a:xfrm>
          <a:prstGeom prst="octagon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上の 2 つの角を丸める 2">
            <a:extLst>
              <a:ext uri="{FF2B5EF4-FFF2-40B4-BE49-F238E27FC236}">
                <a16:creationId xmlns:a16="http://schemas.microsoft.com/office/drawing/2014/main" id="{D84876CD-C1F0-1C7E-FDD0-0150A86A6FCF}"/>
              </a:ext>
            </a:extLst>
          </p:cNvPr>
          <p:cNvSpPr/>
          <p:nvPr/>
        </p:nvSpPr>
        <p:spPr>
          <a:xfrm>
            <a:off x="4429760" y="274320"/>
            <a:ext cx="2164080" cy="62778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四角形: 上の 2 つの角を丸める 47">
            <a:extLst>
              <a:ext uri="{FF2B5EF4-FFF2-40B4-BE49-F238E27FC236}">
                <a16:creationId xmlns:a16="http://schemas.microsoft.com/office/drawing/2014/main" id="{C1A2D8B7-71B1-8979-6011-DCFFC41B9FF7}"/>
              </a:ext>
            </a:extLst>
          </p:cNvPr>
          <p:cNvSpPr/>
          <p:nvPr/>
        </p:nvSpPr>
        <p:spPr>
          <a:xfrm>
            <a:off x="4475475" y="356268"/>
            <a:ext cx="2082805" cy="497037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E08714E-6C73-249A-7525-00C3D0D4C058}"/>
              </a:ext>
            </a:extLst>
          </p:cNvPr>
          <p:cNvSpPr txBox="1"/>
          <p:nvPr/>
        </p:nvSpPr>
        <p:spPr>
          <a:xfrm>
            <a:off x="4820920" y="434024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３  ：　００</a:t>
            </a:r>
          </a:p>
        </p:txBody>
      </p:sp>
    </p:spTree>
    <p:extLst>
      <p:ext uri="{BB962C8B-B14F-4D97-AF65-F5344CB8AC3E}">
        <p14:creationId xmlns:p14="http://schemas.microsoft.com/office/powerpoint/2010/main" val="56528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7469ED-14A2-F041-94F1-D490DA3667A7}"/>
              </a:ext>
            </a:extLst>
          </p:cNvPr>
          <p:cNvSpPr/>
          <p:nvPr/>
        </p:nvSpPr>
        <p:spPr>
          <a:xfrm>
            <a:off x="2022375" y="964665"/>
            <a:ext cx="6623785" cy="57409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ｆ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3F1B07B-4F3A-3596-D39A-9254DF0904CF}"/>
              </a:ext>
            </a:extLst>
          </p:cNvPr>
          <p:cNvSpPr/>
          <p:nvPr/>
        </p:nvSpPr>
        <p:spPr>
          <a:xfrm>
            <a:off x="251460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990E5E0-AE18-FB66-D94C-3A7B649E3808}"/>
              </a:ext>
            </a:extLst>
          </p:cNvPr>
          <p:cNvSpPr/>
          <p:nvPr/>
        </p:nvSpPr>
        <p:spPr>
          <a:xfrm>
            <a:off x="339344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2682E64-C590-2C50-7E1D-85C37FA5A173}"/>
              </a:ext>
            </a:extLst>
          </p:cNvPr>
          <p:cNvSpPr/>
          <p:nvPr/>
        </p:nvSpPr>
        <p:spPr>
          <a:xfrm>
            <a:off x="427228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A18539B-033E-CB1B-BA18-EAD910023990}"/>
              </a:ext>
            </a:extLst>
          </p:cNvPr>
          <p:cNvSpPr/>
          <p:nvPr/>
        </p:nvSpPr>
        <p:spPr>
          <a:xfrm>
            <a:off x="6858004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6ECF2C4-6D29-442B-4447-5028EAD712BF}"/>
              </a:ext>
            </a:extLst>
          </p:cNvPr>
          <p:cNvSpPr/>
          <p:nvPr/>
        </p:nvSpPr>
        <p:spPr>
          <a:xfrm>
            <a:off x="516128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250AB9D-7D9D-CD2B-2FA6-6988B7E740CF}"/>
              </a:ext>
            </a:extLst>
          </p:cNvPr>
          <p:cNvSpPr/>
          <p:nvPr/>
        </p:nvSpPr>
        <p:spPr>
          <a:xfrm>
            <a:off x="6009642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AE57452-E5B2-F0A3-77AD-B7BC4CADCF5D}"/>
              </a:ext>
            </a:extLst>
          </p:cNvPr>
          <p:cNvSpPr/>
          <p:nvPr/>
        </p:nvSpPr>
        <p:spPr>
          <a:xfrm>
            <a:off x="6858004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E36CF83-9874-2582-A829-C1414F520567}"/>
              </a:ext>
            </a:extLst>
          </p:cNvPr>
          <p:cNvSpPr/>
          <p:nvPr/>
        </p:nvSpPr>
        <p:spPr>
          <a:xfrm>
            <a:off x="7706366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BCA6A40-7C0B-9488-FE3B-37550BED2048}"/>
              </a:ext>
            </a:extLst>
          </p:cNvPr>
          <p:cNvSpPr/>
          <p:nvPr/>
        </p:nvSpPr>
        <p:spPr>
          <a:xfrm>
            <a:off x="251460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2C8C54B-FFCA-F73B-6C52-644917F9609F}"/>
              </a:ext>
            </a:extLst>
          </p:cNvPr>
          <p:cNvSpPr/>
          <p:nvPr/>
        </p:nvSpPr>
        <p:spPr>
          <a:xfrm>
            <a:off x="339344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A0CA549-3B2F-3CF5-4F38-59C533220430}"/>
              </a:ext>
            </a:extLst>
          </p:cNvPr>
          <p:cNvSpPr/>
          <p:nvPr/>
        </p:nvSpPr>
        <p:spPr>
          <a:xfrm>
            <a:off x="427228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2C3B6BF-112F-B12B-6487-2A6763BD2C3F}"/>
              </a:ext>
            </a:extLst>
          </p:cNvPr>
          <p:cNvSpPr/>
          <p:nvPr/>
        </p:nvSpPr>
        <p:spPr>
          <a:xfrm>
            <a:off x="6014720" y="23517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5E94AF41-301B-2D61-F687-8C55CA95BC8D}"/>
              </a:ext>
            </a:extLst>
          </p:cNvPr>
          <p:cNvSpPr/>
          <p:nvPr/>
        </p:nvSpPr>
        <p:spPr>
          <a:xfrm>
            <a:off x="5151120" y="23517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64FBB52-A2AE-39EC-5A8D-B43497256978}"/>
              </a:ext>
            </a:extLst>
          </p:cNvPr>
          <p:cNvSpPr/>
          <p:nvPr/>
        </p:nvSpPr>
        <p:spPr>
          <a:xfrm>
            <a:off x="6878320" y="23314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5D9FDCD-8BA3-1476-A82F-A50C89672715}"/>
              </a:ext>
            </a:extLst>
          </p:cNvPr>
          <p:cNvSpPr/>
          <p:nvPr/>
        </p:nvSpPr>
        <p:spPr>
          <a:xfrm>
            <a:off x="4272280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C748355-60F1-6A1A-B3A5-75AC935139F1}"/>
              </a:ext>
            </a:extLst>
          </p:cNvPr>
          <p:cNvSpPr/>
          <p:nvPr/>
        </p:nvSpPr>
        <p:spPr>
          <a:xfrm>
            <a:off x="6034775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F85E82D-2B65-95CB-4750-031CE90FF96C}"/>
              </a:ext>
            </a:extLst>
          </p:cNvPr>
          <p:cNvSpPr/>
          <p:nvPr/>
        </p:nvSpPr>
        <p:spPr>
          <a:xfrm>
            <a:off x="5136147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D994D01E-785E-011F-9473-18350F150AB8}"/>
              </a:ext>
            </a:extLst>
          </p:cNvPr>
          <p:cNvSpPr/>
          <p:nvPr/>
        </p:nvSpPr>
        <p:spPr>
          <a:xfrm>
            <a:off x="3393440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19E9066-BCB8-3076-2F2B-AB7CC1A48044}"/>
              </a:ext>
            </a:extLst>
          </p:cNvPr>
          <p:cNvSpPr/>
          <p:nvPr/>
        </p:nvSpPr>
        <p:spPr>
          <a:xfrm>
            <a:off x="2514600" y="318008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F0365EF8-9161-8E9A-BCDD-FC1319AEFCF1}"/>
              </a:ext>
            </a:extLst>
          </p:cNvPr>
          <p:cNvSpPr/>
          <p:nvPr/>
        </p:nvSpPr>
        <p:spPr>
          <a:xfrm>
            <a:off x="7706366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FD0AAF2D-39AE-077C-A3AF-3DC3254650F9}"/>
              </a:ext>
            </a:extLst>
          </p:cNvPr>
          <p:cNvSpPr/>
          <p:nvPr/>
        </p:nvSpPr>
        <p:spPr>
          <a:xfrm>
            <a:off x="7706366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39D05DA-B691-1528-CD90-934B59CAC45A}"/>
              </a:ext>
            </a:extLst>
          </p:cNvPr>
          <p:cNvSpPr/>
          <p:nvPr/>
        </p:nvSpPr>
        <p:spPr>
          <a:xfrm>
            <a:off x="253492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56DFF90C-86D3-DBE0-DC12-BBF2CDF2A515}"/>
              </a:ext>
            </a:extLst>
          </p:cNvPr>
          <p:cNvSpPr/>
          <p:nvPr/>
        </p:nvSpPr>
        <p:spPr>
          <a:xfrm>
            <a:off x="341376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75BDC91-043B-07BF-049F-B23BFA2A465E}"/>
              </a:ext>
            </a:extLst>
          </p:cNvPr>
          <p:cNvSpPr/>
          <p:nvPr/>
        </p:nvSpPr>
        <p:spPr>
          <a:xfrm>
            <a:off x="429260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D28513B-6BF5-D758-36DA-05A8F6DD1C2C}"/>
              </a:ext>
            </a:extLst>
          </p:cNvPr>
          <p:cNvSpPr/>
          <p:nvPr/>
        </p:nvSpPr>
        <p:spPr>
          <a:xfrm>
            <a:off x="6878324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3C6E533-79D5-B061-0F0C-AE41B3351A61}"/>
              </a:ext>
            </a:extLst>
          </p:cNvPr>
          <p:cNvSpPr/>
          <p:nvPr/>
        </p:nvSpPr>
        <p:spPr>
          <a:xfrm>
            <a:off x="5161280" y="403218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12DF138E-0DB1-84DF-D4B4-B57B392DD985}"/>
              </a:ext>
            </a:extLst>
          </p:cNvPr>
          <p:cNvSpPr/>
          <p:nvPr/>
        </p:nvSpPr>
        <p:spPr>
          <a:xfrm>
            <a:off x="6029962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7C63ABF-CB40-35FC-A278-31C8C044695A}"/>
              </a:ext>
            </a:extLst>
          </p:cNvPr>
          <p:cNvSpPr/>
          <p:nvPr/>
        </p:nvSpPr>
        <p:spPr>
          <a:xfrm>
            <a:off x="6878324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A23DE0C5-E11C-C9FA-FF8A-2E28E5046686}"/>
              </a:ext>
            </a:extLst>
          </p:cNvPr>
          <p:cNvSpPr/>
          <p:nvPr/>
        </p:nvSpPr>
        <p:spPr>
          <a:xfrm>
            <a:off x="7726686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332189E6-2A9A-48E7-F9A8-929315612E95}"/>
              </a:ext>
            </a:extLst>
          </p:cNvPr>
          <p:cNvSpPr/>
          <p:nvPr/>
        </p:nvSpPr>
        <p:spPr>
          <a:xfrm>
            <a:off x="253492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9A6124EF-3BFB-3557-4AD8-C9F3ACD55548}"/>
              </a:ext>
            </a:extLst>
          </p:cNvPr>
          <p:cNvSpPr/>
          <p:nvPr/>
        </p:nvSpPr>
        <p:spPr>
          <a:xfrm>
            <a:off x="341376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5849C7E-2168-E391-0C7A-65BEE83F362C}"/>
              </a:ext>
            </a:extLst>
          </p:cNvPr>
          <p:cNvSpPr/>
          <p:nvPr/>
        </p:nvSpPr>
        <p:spPr>
          <a:xfrm>
            <a:off x="429260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ED50054E-1DC7-D33F-E3FB-36BCC4F6B71E}"/>
              </a:ext>
            </a:extLst>
          </p:cNvPr>
          <p:cNvSpPr/>
          <p:nvPr/>
        </p:nvSpPr>
        <p:spPr>
          <a:xfrm>
            <a:off x="60350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CADCD770-9954-04B5-B5A7-6ABC08991EB2}"/>
              </a:ext>
            </a:extLst>
          </p:cNvPr>
          <p:cNvSpPr/>
          <p:nvPr/>
        </p:nvSpPr>
        <p:spPr>
          <a:xfrm>
            <a:off x="51714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EA4B2E8-6A9A-A5A9-0D74-01F7E757E6CF}"/>
              </a:ext>
            </a:extLst>
          </p:cNvPr>
          <p:cNvSpPr/>
          <p:nvPr/>
        </p:nvSpPr>
        <p:spPr>
          <a:xfrm>
            <a:off x="68986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3CC27698-602B-D8F3-CA32-A1A405E80F51}"/>
              </a:ext>
            </a:extLst>
          </p:cNvPr>
          <p:cNvSpPr/>
          <p:nvPr/>
        </p:nvSpPr>
        <p:spPr>
          <a:xfrm>
            <a:off x="4292600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85DD49F-FC97-40CB-36C9-6A3715BEA53C}"/>
              </a:ext>
            </a:extLst>
          </p:cNvPr>
          <p:cNvSpPr/>
          <p:nvPr/>
        </p:nvSpPr>
        <p:spPr>
          <a:xfrm>
            <a:off x="6055095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B82D1C81-E6A2-0386-0C3F-A9312526229C}"/>
              </a:ext>
            </a:extLst>
          </p:cNvPr>
          <p:cNvSpPr/>
          <p:nvPr/>
        </p:nvSpPr>
        <p:spPr>
          <a:xfrm>
            <a:off x="5156467" y="580243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40EDBBA5-4229-894B-799C-86E08199FFFE}"/>
              </a:ext>
            </a:extLst>
          </p:cNvPr>
          <p:cNvSpPr/>
          <p:nvPr/>
        </p:nvSpPr>
        <p:spPr>
          <a:xfrm>
            <a:off x="3413760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B5FA8DDA-BA1D-393B-3BBC-4F1F8C8944A4}"/>
              </a:ext>
            </a:extLst>
          </p:cNvPr>
          <p:cNvSpPr/>
          <p:nvPr/>
        </p:nvSpPr>
        <p:spPr>
          <a:xfrm>
            <a:off x="2534920" y="580136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FA739226-AD91-C7B7-30B9-38E700AB44F5}"/>
              </a:ext>
            </a:extLst>
          </p:cNvPr>
          <p:cNvSpPr/>
          <p:nvPr/>
        </p:nvSpPr>
        <p:spPr>
          <a:xfrm>
            <a:off x="7726686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4BA5B674-2A16-EE00-FBAF-633C4C78C194}"/>
              </a:ext>
            </a:extLst>
          </p:cNvPr>
          <p:cNvSpPr/>
          <p:nvPr/>
        </p:nvSpPr>
        <p:spPr>
          <a:xfrm>
            <a:off x="7726686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429CD6C-F299-3BF3-26D1-3BB74BCE3190}"/>
              </a:ext>
            </a:extLst>
          </p:cNvPr>
          <p:cNvSpPr/>
          <p:nvPr/>
        </p:nvSpPr>
        <p:spPr>
          <a:xfrm>
            <a:off x="5171440" y="191195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A0D7D7F-B52A-513A-6FBE-D545E0FDB992}"/>
              </a:ext>
            </a:extLst>
          </p:cNvPr>
          <p:cNvSpPr/>
          <p:nvPr/>
        </p:nvSpPr>
        <p:spPr>
          <a:xfrm>
            <a:off x="4292600" y="19202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58DAEE9-136C-5CCD-AB74-AE33CF35E245}"/>
              </a:ext>
            </a:extLst>
          </p:cNvPr>
          <p:cNvSpPr/>
          <p:nvPr/>
        </p:nvSpPr>
        <p:spPr>
          <a:xfrm>
            <a:off x="6903185" y="191007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76F17C7-F094-0F59-11D7-FB600C892817}"/>
              </a:ext>
            </a:extLst>
          </p:cNvPr>
          <p:cNvSpPr/>
          <p:nvPr/>
        </p:nvSpPr>
        <p:spPr>
          <a:xfrm>
            <a:off x="6050280" y="190927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3C7E1CBB-412B-F557-3552-FF0F64173A4E}"/>
              </a:ext>
            </a:extLst>
          </p:cNvPr>
          <p:cNvSpPr/>
          <p:nvPr/>
        </p:nvSpPr>
        <p:spPr>
          <a:xfrm>
            <a:off x="2504440" y="27838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40BFB007-41B1-3092-3F3B-4ADC99C7BED0}"/>
              </a:ext>
            </a:extLst>
          </p:cNvPr>
          <p:cNvSpPr/>
          <p:nvPr/>
        </p:nvSpPr>
        <p:spPr>
          <a:xfrm>
            <a:off x="5140960" y="277555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2AE43AD-FE4E-38AA-7A6D-0D734AD17537}"/>
              </a:ext>
            </a:extLst>
          </p:cNvPr>
          <p:cNvSpPr/>
          <p:nvPr/>
        </p:nvSpPr>
        <p:spPr>
          <a:xfrm>
            <a:off x="3362960" y="277475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546CD364-C349-00FC-167B-3B83FAA85BB6}"/>
              </a:ext>
            </a:extLst>
          </p:cNvPr>
          <p:cNvSpPr/>
          <p:nvPr/>
        </p:nvSpPr>
        <p:spPr>
          <a:xfrm>
            <a:off x="4262120" y="27838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CA9655B0-801B-03E8-ABA5-3B9CAE82CE06}"/>
              </a:ext>
            </a:extLst>
          </p:cNvPr>
          <p:cNvSpPr/>
          <p:nvPr/>
        </p:nvSpPr>
        <p:spPr>
          <a:xfrm>
            <a:off x="6019800" y="277287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D2ECC0F9-2979-9463-9D7A-C8108ABB5BC4}"/>
              </a:ext>
            </a:extLst>
          </p:cNvPr>
          <p:cNvSpPr/>
          <p:nvPr/>
        </p:nvSpPr>
        <p:spPr>
          <a:xfrm>
            <a:off x="2524760" y="363728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896D2DAE-EC11-02AE-85C5-5B54A58116E4}"/>
              </a:ext>
            </a:extLst>
          </p:cNvPr>
          <p:cNvSpPr/>
          <p:nvPr/>
        </p:nvSpPr>
        <p:spPr>
          <a:xfrm>
            <a:off x="5161280" y="362899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D06A5B8B-87A9-F700-B386-8DFA1FF16AD2}"/>
              </a:ext>
            </a:extLst>
          </p:cNvPr>
          <p:cNvSpPr/>
          <p:nvPr/>
        </p:nvSpPr>
        <p:spPr>
          <a:xfrm>
            <a:off x="3383280" y="362819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7D110E3D-1CA8-8B22-661C-CB55BBB51D6B}"/>
              </a:ext>
            </a:extLst>
          </p:cNvPr>
          <p:cNvSpPr/>
          <p:nvPr/>
        </p:nvSpPr>
        <p:spPr>
          <a:xfrm>
            <a:off x="4282440" y="363728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C12A484-34CE-3A97-BE73-68ABAAA25AF7}"/>
              </a:ext>
            </a:extLst>
          </p:cNvPr>
          <p:cNvSpPr/>
          <p:nvPr/>
        </p:nvSpPr>
        <p:spPr>
          <a:xfrm>
            <a:off x="7706366" y="362631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3C80452-C0C7-FE98-00AA-4A346C00D7D0}"/>
              </a:ext>
            </a:extLst>
          </p:cNvPr>
          <p:cNvSpPr/>
          <p:nvPr/>
        </p:nvSpPr>
        <p:spPr>
          <a:xfrm>
            <a:off x="6903185" y="361695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823C797-7FBD-86B8-0330-2EDC73E509F1}"/>
              </a:ext>
            </a:extLst>
          </p:cNvPr>
          <p:cNvSpPr/>
          <p:nvPr/>
        </p:nvSpPr>
        <p:spPr>
          <a:xfrm>
            <a:off x="6040120" y="362631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60DEB9F-D0EE-4661-5C53-4B19B9CE6D69}"/>
              </a:ext>
            </a:extLst>
          </p:cNvPr>
          <p:cNvSpPr/>
          <p:nvPr/>
        </p:nvSpPr>
        <p:spPr>
          <a:xfrm>
            <a:off x="5181600" y="451291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6D7F72D6-281C-0EB3-F3D8-30CA0846DACB}"/>
              </a:ext>
            </a:extLst>
          </p:cNvPr>
          <p:cNvSpPr/>
          <p:nvPr/>
        </p:nvSpPr>
        <p:spPr>
          <a:xfrm>
            <a:off x="4302760" y="452120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C571894A-A817-2E84-129C-C9644DDC478E}"/>
              </a:ext>
            </a:extLst>
          </p:cNvPr>
          <p:cNvSpPr/>
          <p:nvPr/>
        </p:nvSpPr>
        <p:spPr>
          <a:xfrm>
            <a:off x="7726686" y="451023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12A15BF-E332-B305-CF6B-0DC8E6C82F59}"/>
              </a:ext>
            </a:extLst>
          </p:cNvPr>
          <p:cNvSpPr/>
          <p:nvPr/>
        </p:nvSpPr>
        <p:spPr>
          <a:xfrm>
            <a:off x="6913345" y="451103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27F2611-4FB0-1F85-4EF9-F77153288356}"/>
              </a:ext>
            </a:extLst>
          </p:cNvPr>
          <p:cNvSpPr/>
          <p:nvPr/>
        </p:nvSpPr>
        <p:spPr>
          <a:xfrm>
            <a:off x="6060440" y="451023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2CB0DE66-8112-5CAD-1AE8-29C5B47A973E}"/>
              </a:ext>
            </a:extLst>
          </p:cNvPr>
          <p:cNvSpPr/>
          <p:nvPr/>
        </p:nvSpPr>
        <p:spPr>
          <a:xfrm>
            <a:off x="2555240" y="538480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C72B815A-EB2F-9757-7134-C780FD405012}"/>
              </a:ext>
            </a:extLst>
          </p:cNvPr>
          <p:cNvSpPr/>
          <p:nvPr/>
        </p:nvSpPr>
        <p:spPr>
          <a:xfrm>
            <a:off x="5181600" y="537651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3A661354-9DE3-759B-7DEF-A2C314A29E1E}"/>
              </a:ext>
            </a:extLst>
          </p:cNvPr>
          <p:cNvSpPr/>
          <p:nvPr/>
        </p:nvSpPr>
        <p:spPr>
          <a:xfrm>
            <a:off x="3413760" y="537571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C77917B4-D684-74E0-6773-A637715729F3}"/>
              </a:ext>
            </a:extLst>
          </p:cNvPr>
          <p:cNvSpPr/>
          <p:nvPr/>
        </p:nvSpPr>
        <p:spPr>
          <a:xfrm>
            <a:off x="4312920" y="53746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7C2124B9-41E5-F1C0-EE56-580C281C99E9}"/>
              </a:ext>
            </a:extLst>
          </p:cNvPr>
          <p:cNvSpPr/>
          <p:nvPr/>
        </p:nvSpPr>
        <p:spPr>
          <a:xfrm>
            <a:off x="7736846" y="537383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87FD1C9A-34D1-BE3E-5B3D-41A99FEF6687}"/>
              </a:ext>
            </a:extLst>
          </p:cNvPr>
          <p:cNvSpPr/>
          <p:nvPr/>
        </p:nvSpPr>
        <p:spPr>
          <a:xfrm>
            <a:off x="5181600" y="62502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9980ACF1-505E-E801-5710-B8E0015BE9A3}"/>
              </a:ext>
            </a:extLst>
          </p:cNvPr>
          <p:cNvSpPr/>
          <p:nvPr/>
        </p:nvSpPr>
        <p:spPr>
          <a:xfrm>
            <a:off x="3403600" y="625963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A3E09C5-BA0A-D70D-FDBC-BB34103D057B}"/>
              </a:ext>
            </a:extLst>
          </p:cNvPr>
          <p:cNvSpPr/>
          <p:nvPr/>
        </p:nvSpPr>
        <p:spPr>
          <a:xfrm>
            <a:off x="4302760" y="625856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813399C6-6BD8-1CDA-6431-092E694AA40C}"/>
              </a:ext>
            </a:extLst>
          </p:cNvPr>
          <p:cNvSpPr/>
          <p:nvPr/>
        </p:nvSpPr>
        <p:spPr>
          <a:xfrm>
            <a:off x="5171440" y="10178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7D0859A5-DBB6-A43A-2D32-C0FCEAF536DA}"/>
              </a:ext>
            </a:extLst>
          </p:cNvPr>
          <p:cNvSpPr/>
          <p:nvPr/>
        </p:nvSpPr>
        <p:spPr>
          <a:xfrm>
            <a:off x="6903185" y="101599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3B9C4EC0-DB1C-A8BB-1218-BE89C014ED74}"/>
              </a:ext>
            </a:extLst>
          </p:cNvPr>
          <p:cNvSpPr/>
          <p:nvPr/>
        </p:nvSpPr>
        <p:spPr>
          <a:xfrm>
            <a:off x="6050280" y="10151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4189FB50-4AE1-EEE8-0B6A-C28EFC518463}"/>
              </a:ext>
            </a:extLst>
          </p:cNvPr>
          <p:cNvSpPr/>
          <p:nvPr/>
        </p:nvSpPr>
        <p:spPr>
          <a:xfrm>
            <a:off x="2959100" y="277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EE49CDAC-1953-8D3A-E35F-609020DE8ED8}"/>
              </a:ext>
            </a:extLst>
          </p:cNvPr>
          <p:cNvSpPr/>
          <p:nvPr/>
        </p:nvSpPr>
        <p:spPr>
          <a:xfrm>
            <a:off x="2976880" y="32057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4C91D49C-EFD2-A67A-DD06-AD95CFA95EE6}"/>
              </a:ext>
            </a:extLst>
          </p:cNvPr>
          <p:cNvSpPr/>
          <p:nvPr/>
        </p:nvSpPr>
        <p:spPr>
          <a:xfrm>
            <a:off x="2979419" y="36426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CC91784C-071D-2FF6-0C9D-F3981BDC2F76}"/>
              </a:ext>
            </a:extLst>
          </p:cNvPr>
          <p:cNvSpPr/>
          <p:nvPr/>
        </p:nvSpPr>
        <p:spPr>
          <a:xfrm>
            <a:off x="2969259" y="5827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41F63034-B3B9-10C7-609C-F1652DBA93AB}"/>
              </a:ext>
            </a:extLst>
          </p:cNvPr>
          <p:cNvSpPr/>
          <p:nvPr/>
        </p:nvSpPr>
        <p:spPr>
          <a:xfrm>
            <a:off x="2954020" y="6278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4F0DC72D-6A00-C380-3C9B-3129AF73C134}"/>
              </a:ext>
            </a:extLst>
          </p:cNvPr>
          <p:cNvSpPr/>
          <p:nvPr/>
        </p:nvSpPr>
        <p:spPr>
          <a:xfrm>
            <a:off x="3820160" y="23517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59E403F9-1A37-DBCE-C582-42219FA0DB62}"/>
              </a:ext>
            </a:extLst>
          </p:cNvPr>
          <p:cNvSpPr/>
          <p:nvPr/>
        </p:nvSpPr>
        <p:spPr>
          <a:xfrm>
            <a:off x="3832860" y="277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C81F6720-8171-4F16-AE06-0BF23C40F6CB}"/>
              </a:ext>
            </a:extLst>
          </p:cNvPr>
          <p:cNvSpPr/>
          <p:nvPr/>
        </p:nvSpPr>
        <p:spPr>
          <a:xfrm>
            <a:off x="3850640" y="32057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C0A6037F-AE20-1344-330A-4D8D2717A521}"/>
              </a:ext>
            </a:extLst>
          </p:cNvPr>
          <p:cNvSpPr/>
          <p:nvPr/>
        </p:nvSpPr>
        <p:spPr>
          <a:xfrm>
            <a:off x="3830320" y="45361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9D7F1605-F50E-D98F-49A5-5AA47296E731}"/>
              </a:ext>
            </a:extLst>
          </p:cNvPr>
          <p:cNvSpPr/>
          <p:nvPr/>
        </p:nvSpPr>
        <p:spPr>
          <a:xfrm>
            <a:off x="3853179" y="36426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86F8B782-1446-4D67-1F57-38D5F273B5EB}"/>
              </a:ext>
            </a:extLst>
          </p:cNvPr>
          <p:cNvSpPr/>
          <p:nvPr/>
        </p:nvSpPr>
        <p:spPr>
          <a:xfrm>
            <a:off x="3837940" y="40936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D4C4BE35-85E6-E746-D81E-1A645E59C15F}"/>
              </a:ext>
            </a:extLst>
          </p:cNvPr>
          <p:cNvSpPr/>
          <p:nvPr/>
        </p:nvSpPr>
        <p:spPr>
          <a:xfrm>
            <a:off x="3843020" y="49572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9C4D7DD-E326-BCB3-0688-CAAB1F5A8929}"/>
              </a:ext>
            </a:extLst>
          </p:cNvPr>
          <p:cNvSpPr/>
          <p:nvPr/>
        </p:nvSpPr>
        <p:spPr>
          <a:xfrm>
            <a:off x="3840480" y="53901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F8C2050E-3D2D-C772-7E09-EF87D365FDA2}"/>
              </a:ext>
            </a:extLst>
          </p:cNvPr>
          <p:cNvSpPr/>
          <p:nvPr/>
        </p:nvSpPr>
        <p:spPr>
          <a:xfrm>
            <a:off x="3843019" y="5827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1A4DF773-5C90-39E6-CE72-652BE31A7A07}"/>
              </a:ext>
            </a:extLst>
          </p:cNvPr>
          <p:cNvSpPr/>
          <p:nvPr/>
        </p:nvSpPr>
        <p:spPr>
          <a:xfrm>
            <a:off x="3827780" y="6278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B0DE681-0DAC-2B7B-26A3-FC6BFF721AA7}"/>
              </a:ext>
            </a:extLst>
          </p:cNvPr>
          <p:cNvSpPr/>
          <p:nvPr/>
        </p:nvSpPr>
        <p:spPr>
          <a:xfrm>
            <a:off x="472440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50176E59-8CD0-FBD7-98DB-505D06D6E93B}"/>
              </a:ext>
            </a:extLst>
          </p:cNvPr>
          <p:cNvSpPr/>
          <p:nvPr/>
        </p:nvSpPr>
        <p:spPr>
          <a:xfrm>
            <a:off x="4704080" y="23314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4B323788-34C9-0229-740C-C0CD06E6F31C}"/>
              </a:ext>
            </a:extLst>
          </p:cNvPr>
          <p:cNvSpPr/>
          <p:nvPr/>
        </p:nvSpPr>
        <p:spPr>
          <a:xfrm>
            <a:off x="472693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3A713EDC-3E9D-F71A-49AC-B2AECFD10E82}"/>
              </a:ext>
            </a:extLst>
          </p:cNvPr>
          <p:cNvSpPr/>
          <p:nvPr/>
        </p:nvSpPr>
        <p:spPr>
          <a:xfrm>
            <a:off x="471170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7F3ACBB1-03E7-D276-B852-706C979C1645}"/>
              </a:ext>
            </a:extLst>
          </p:cNvPr>
          <p:cNvSpPr/>
          <p:nvPr/>
        </p:nvSpPr>
        <p:spPr>
          <a:xfrm>
            <a:off x="4716780" y="27525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29D8E011-614B-9EC4-7B3C-6E7F3F6CAB6D}"/>
              </a:ext>
            </a:extLst>
          </p:cNvPr>
          <p:cNvSpPr/>
          <p:nvPr/>
        </p:nvSpPr>
        <p:spPr>
          <a:xfrm>
            <a:off x="4734560" y="31854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2BE3915D-7BE3-AB0C-EA87-313F5F5A0C08}"/>
              </a:ext>
            </a:extLst>
          </p:cNvPr>
          <p:cNvSpPr/>
          <p:nvPr/>
        </p:nvSpPr>
        <p:spPr>
          <a:xfrm>
            <a:off x="471424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426A8DFA-DE9F-8659-C7D1-C3147F82590E}"/>
              </a:ext>
            </a:extLst>
          </p:cNvPr>
          <p:cNvSpPr/>
          <p:nvPr/>
        </p:nvSpPr>
        <p:spPr>
          <a:xfrm>
            <a:off x="4737099" y="36223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B6F81DEF-17D6-8347-C6B5-61D14C9B5AF2}"/>
              </a:ext>
            </a:extLst>
          </p:cNvPr>
          <p:cNvSpPr/>
          <p:nvPr/>
        </p:nvSpPr>
        <p:spPr>
          <a:xfrm>
            <a:off x="472186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382A8D92-11CD-EA76-2F0A-E52653FD2A4C}"/>
              </a:ext>
            </a:extLst>
          </p:cNvPr>
          <p:cNvSpPr/>
          <p:nvPr/>
        </p:nvSpPr>
        <p:spPr>
          <a:xfrm>
            <a:off x="4726940" y="4936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2FC2B2A9-6F88-FCDF-94FB-F32BD1EFA8EC}"/>
              </a:ext>
            </a:extLst>
          </p:cNvPr>
          <p:cNvSpPr/>
          <p:nvPr/>
        </p:nvSpPr>
        <p:spPr>
          <a:xfrm>
            <a:off x="4724400" y="5369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1A2113D6-A13F-767A-5D8B-FD11A988D00B}"/>
              </a:ext>
            </a:extLst>
          </p:cNvPr>
          <p:cNvSpPr/>
          <p:nvPr/>
        </p:nvSpPr>
        <p:spPr>
          <a:xfrm>
            <a:off x="4726939" y="5806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34030585-5F30-775D-D49A-615E35B4038A}"/>
              </a:ext>
            </a:extLst>
          </p:cNvPr>
          <p:cNvSpPr/>
          <p:nvPr/>
        </p:nvSpPr>
        <p:spPr>
          <a:xfrm>
            <a:off x="4721860" y="62577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057F4A8A-2C17-8B23-EB70-5BE2789521C9}"/>
              </a:ext>
            </a:extLst>
          </p:cNvPr>
          <p:cNvSpPr/>
          <p:nvPr/>
        </p:nvSpPr>
        <p:spPr>
          <a:xfrm>
            <a:off x="560832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C5657CBF-D684-50F4-8BAC-64A78ED32FC0}"/>
              </a:ext>
            </a:extLst>
          </p:cNvPr>
          <p:cNvSpPr/>
          <p:nvPr/>
        </p:nvSpPr>
        <p:spPr>
          <a:xfrm>
            <a:off x="5588000" y="23314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708A5D93-3928-CA31-B099-E4EE05E3137D}"/>
              </a:ext>
            </a:extLst>
          </p:cNvPr>
          <p:cNvSpPr/>
          <p:nvPr/>
        </p:nvSpPr>
        <p:spPr>
          <a:xfrm>
            <a:off x="561085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75EC0E94-1065-FA3D-CFC6-C69A8AA0C825}"/>
              </a:ext>
            </a:extLst>
          </p:cNvPr>
          <p:cNvSpPr/>
          <p:nvPr/>
        </p:nvSpPr>
        <p:spPr>
          <a:xfrm>
            <a:off x="559562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F335DCDF-7C7A-DB7B-28CC-EC845C525750}"/>
              </a:ext>
            </a:extLst>
          </p:cNvPr>
          <p:cNvSpPr/>
          <p:nvPr/>
        </p:nvSpPr>
        <p:spPr>
          <a:xfrm>
            <a:off x="5600700" y="27525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4CF4A477-DD62-6088-FA18-0E27333B785A}"/>
              </a:ext>
            </a:extLst>
          </p:cNvPr>
          <p:cNvSpPr/>
          <p:nvPr/>
        </p:nvSpPr>
        <p:spPr>
          <a:xfrm>
            <a:off x="5618480" y="31854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5A437052-D366-9BDF-AF9D-F8C56C3B0C4A}"/>
              </a:ext>
            </a:extLst>
          </p:cNvPr>
          <p:cNvSpPr/>
          <p:nvPr/>
        </p:nvSpPr>
        <p:spPr>
          <a:xfrm>
            <a:off x="559816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78ADAE8A-E71C-14FF-FE2E-F3AB49EE31BF}"/>
              </a:ext>
            </a:extLst>
          </p:cNvPr>
          <p:cNvSpPr/>
          <p:nvPr/>
        </p:nvSpPr>
        <p:spPr>
          <a:xfrm>
            <a:off x="5621019" y="36223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2BB1CD1B-8E54-5320-DE77-92323B9AD8D2}"/>
              </a:ext>
            </a:extLst>
          </p:cNvPr>
          <p:cNvSpPr/>
          <p:nvPr/>
        </p:nvSpPr>
        <p:spPr>
          <a:xfrm>
            <a:off x="560578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F57D907A-B82D-64B3-8CD5-A13B5334C170}"/>
              </a:ext>
            </a:extLst>
          </p:cNvPr>
          <p:cNvSpPr/>
          <p:nvPr/>
        </p:nvSpPr>
        <p:spPr>
          <a:xfrm>
            <a:off x="5610860" y="4936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30D1656B-BE07-0EEF-BEE1-9535DCF98AFA}"/>
              </a:ext>
            </a:extLst>
          </p:cNvPr>
          <p:cNvSpPr/>
          <p:nvPr/>
        </p:nvSpPr>
        <p:spPr>
          <a:xfrm>
            <a:off x="5608320" y="53698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3912271F-D4F3-06A7-4A58-CC82029938BD}"/>
              </a:ext>
            </a:extLst>
          </p:cNvPr>
          <p:cNvSpPr/>
          <p:nvPr/>
        </p:nvSpPr>
        <p:spPr>
          <a:xfrm>
            <a:off x="5610859" y="5806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E27A0188-EC0F-98CE-4DA2-E1BB4AB013A3}"/>
              </a:ext>
            </a:extLst>
          </p:cNvPr>
          <p:cNvSpPr/>
          <p:nvPr/>
        </p:nvSpPr>
        <p:spPr>
          <a:xfrm>
            <a:off x="5595620" y="62577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BA654038-D84F-E7F0-2694-915B6B531147}"/>
              </a:ext>
            </a:extLst>
          </p:cNvPr>
          <p:cNvSpPr/>
          <p:nvPr/>
        </p:nvSpPr>
        <p:spPr>
          <a:xfrm>
            <a:off x="2062480" y="23517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856A50A0-1536-C8C8-5351-B94EF9A93280}"/>
              </a:ext>
            </a:extLst>
          </p:cNvPr>
          <p:cNvSpPr/>
          <p:nvPr/>
        </p:nvSpPr>
        <p:spPr>
          <a:xfrm>
            <a:off x="2070100" y="19092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6B76F704-C15E-84A4-F64C-6077A83C93C7}"/>
              </a:ext>
            </a:extLst>
          </p:cNvPr>
          <p:cNvSpPr/>
          <p:nvPr/>
        </p:nvSpPr>
        <p:spPr>
          <a:xfrm>
            <a:off x="2075180" y="277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C28F859D-4F50-6C3B-6235-2340DCFBF3CB}"/>
              </a:ext>
            </a:extLst>
          </p:cNvPr>
          <p:cNvSpPr/>
          <p:nvPr/>
        </p:nvSpPr>
        <p:spPr>
          <a:xfrm>
            <a:off x="2092960" y="32057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8B6B7D43-90F4-4C8A-8DFB-89A610B5CD28}"/>
              </a:ext>
            </a:extLst>
          </p:cNvPr>
          <p:cNvSpPr/>
          <p:nvPr/>
        </p:nvSpPr>
        <p:spPr>
          <a:xfrm>
            <a:off x="2095499" y="36426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A6D31B09-D6C7-5D78-9864-3D2A4B681324}"/>
              </a:ext>
            </a:extLst>
          </p:cNvPr>
          <p:cNvSpPr/>
          <p:nvPr/>
        </p:nvSpPr>
        <p:spPr>
          <a:xfrm>
            <a:off x="648208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D264F496-29ED-1724-A735-D527F596F761}"/>
              </a:ext>
            </a:extLst>
          </p:cNvPr>
          <p:cNvSpPr/>
          <p:nvPr/>
        </p:nvSpPr>
        <p:spPr>
          <a:xfrm>
            <a:off x="6461760" y="23314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192104CC-1709-F6B9-743C-B1CC9BF926FD}"/>
              </a:ext>
            </a:extLst>
          </p:cNvPr>
          <p:cNvSpPr/>
          <p:nvPr/>
        </p:nvSpPr>
        <p:spPr>
          <a:xfrm>
            <a:off x="648461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4A87F5E1-ACD0-BB28-FA84-67BBDDB14713}"/>
              </a:ext>
            </a:extLst>
          </p:cNvPr>
          <p:cNvSpPr/>
          <p:nvPr/>
        </p:nvSpPr>
        <p:spPr>
          <a:xfrm>
            <a:off x="646938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F3787634-21A0-4127-469A-5FAE38C5D41D}"/>
              </a:ext>
            </a:extLst>
          </p:cNvPr>
          <p:cNvSpPr/>
          <p:nvPr/>
        </p:nvSpPr>
        <p:spPr>
          <a:xfrm>
            <a:off x="6464300" y="27525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777DCDE3-76BC-FAD6-9416-7E6168279733}"/>
              </a:ext>
            </a:extLst>
          </p:cNvPr>
          <p:cNvSpPr/>
          <p:nvPr/>
        </p:nvSpPr>
        <p:spPr>
          <a:xfrm>
            <a:off x="6492240" y="31854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F6D59426-F846-51F3-66DE-A84060459F7B}"/>
              </a:ext>
            </a:extLst>
          </p:cNvPr>
          <p:cNvSpPr/>
          <p:nvPr/>
        </p:nvSpPr>
        <p:spPr>
          <a:xfrm>
            <a:off x="647192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2AE2D4C8-3B0B-1258-C21C-72A34715816F}"/>
              </a:ext>
            </a:extLst>
          </p:cNvPr>
          <p:cNvSpPr/>
          <p:nvPr/>
        </p:nvSpPr>
        <p:spPr>
          <a:xfrm>
            <a:off x="6494779" y="36223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D4C5C4EF-2EA9-C01B-F96D-DC5D3BE4FBB0}"/>
              </a:ext>
            </a:extLst>
          </p:cNvPr>
          <p:cNvSpPr/>
          <p:nvPr/>
        </p:nvSpPr>
        <p:spPr>
          <a:xfrm>
            <a:off x="647954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A9B22E1B-20D0-52F7-8E33-5E113BC0BD7F}"/>
              </a:ext>
            </a:extLst>
          </p:cNvPr>
          <p:cNvSpPr/>
          <p:nvPr/>
        </p:nvSpPr>
        <p:spPr>
          <a:xfrm>
            <a:off x="7315200" y="449553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D019C7B8-DD0E-4D76-E22E-9B6977BA32D5}"/>
              </a:ext>
            </a:extLst>
          </p:cNvPr>
          <p:cNvSpPr/>
          <p:nvPr/>
        </p:nvSpPr>
        <p:spPr>
          <a:xfrm>
            <a:off x="7307579" y="36121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2DE8F0F7-9660-1CDD-AC6D-C185F606F940}"/>
              </a:ext>
            </a:extLst>
          </p:cNvPr>
          <p:cNvSpPr/>
          <p:nvPr/>
        </p:nvSpPr>
        <p:spPr>
          <a:xfrm>
            <a:off x="7322820" y="40530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6A5DA312-E9DE-AF45-AA37-82E378B06074}"/>
              </a:ext>
            </a:extLst>
          </p:cNvPr>
          <p:cNvSpPr/>
          <p:nvPr/>
        </p:nvSpPr>
        <p:spPr>
          <a:xfrm>
            <a:off x="7327900" y="491663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BC51888F-48AF-251B-8303-30EDC6D2CDD5}"/>
              </a:ext>
            </a:extLst>
          </p:cNvPr>
          <p:cNvSpPr/>
          <p:nvPr/>
        </p:nvSpPr>
        <p:spPr>
          <a:xfrm>
            <a:off x="7325360" y="53495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69DE43BF-8BAF-2093-3419-0B282D15E3F9}"/>
              </a:ext>
            </a:extLst>
          </p:cNvPr>
          <p:cNvSpPr/>
          <p:nvPr/>
        </p:nvSpPr>
        <p:spPr>
          <a:xfrm>
            <a:off x="7327899" y="57863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6F9D06CA-A0EE-8011-AA06-D5FAC1388FFF}"/>
              </a:ext>
            </a:extLst>
          </p:cNvPr>
          <p:cNvSpPr/>
          <p:nvPr/>
        </p:nvSpPr>
        <p:spPr>
          <a:xfrm>
            <a:off x="8178800" y="232129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F9EFB68A-A167-244C-931E-216846ED6BA5}"/>
              </a:ext>
            </a:extLst>
          </p:cNvPr>
          <p:cNvSpPr/>
          <p:nvPr/>
        </p:nvSpPr>
        <p:spPr>
          <a:xfrm>
            <a:off x="8186420" y="18787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6D6ED3B9-1E9C-2A13-295A-58B749EDEB09}"/>
              </a:ext>
            </a:extLst>
          </p:cNvPr>
          <p:cNvSpPr/>
          <p:nvPr/>
        </p:nvSpPr>
        <p:spPr>
          <a:xfrm>
            <a:off x="8191500" y="27423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37B96673-2A3D-5720-611E-7B9804270E43}"/>
              </a:ext>
            </a:extLst>
          </p:cNvPr>
          <p:cNvSpPr/>
          <p:nvPr/>
        </p:nvSpPr>
        <p:spPr>
          <a:xfrm>
            <a:off x="8209280" y="31752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B6E441D8-E032-2020-E192-615AC82B8588}"/>
              </a:ext>
            </a:extLst>
          </p:cNvPr>
          <p:cNvSpPr/>
          <p:nvPr/>
        </p:nvSpPr>
        <p:spPr>
          <a:xfrm>
            <a:off x="8188960" y="450569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5DA97692-6C11-74E7-2DB0-289A3403F793}"/>
              </a:ext>
            </a:extLst>
          </p:cNvPr>
          <p:cNvSpPr/>
          <p:nvPr/>
        </p:nvSpPr>
        <p:spPr>
          <a:xfrm>
            <a:off x="8211819" y="36121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35F6931B-F889-F5B1-4BAE-20E8FD3874AD}"/>
              </a:ext>
            </a:extLst>
          </p:cNvPr>
          <p:cNvSpPr/>
          <p:nvPr/>
        </p:nvSpPr>
        <p:spPr>
          <a:xfrm>
            <a:off x="8196580" y="40631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0D283F30-7E26-4873-8323-EF8BA88577D4}"/>
              </a:ext>
            </a:extLst>
          </p:cNvPr>
          <p:cNvSpPr/>
          <p:nvPr/>
        </p:nvSpPr>
        <p:spPr>
          <a:xfrm>
            <a:off x="8201660" y="49267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0397F604-22E8-F7BA-47BD-6E6136C17591}"/>
              </a:ext>
            </a:extLst>
          </p:cNvPr>
          <p:cNvSpPr/>
          <p:nvPr/>
        </p:nvSpPr>
        <p:spPr>
          <a:xfrm>
            <a:off x="8199120" y="53596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八角形 215">
            <a:extLst>
              <a:ext uri="{FF2B5EF4-FFF2-40B4-BE49-F238E27FC236}">
                <a16:creationId xmlns:a16="http://schemas.microsoft.com/office/drawing/2014/main" id="{7AA29DC9-28AB-A6AC-9C86-1D1FB23895A8}"/>
              </a:ext>
            </a:extLst>
          </p:cNvPr>
          <p:cNvSpPr/>
          <p:nvPr/>
        </p:nvSpPr>
        <p:spPr>
          <a:xfrm>
            <a:off x="4292600" y="1031240"/>
            <a:ext cx="375920" cy="375385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7" name="八角形 216">
            <a:extLst>
              <a:ext uri="{FF2B5EF4-FFF2-40B4-BE49-F238E27FC236}">
                <a16:creationId xmlns:a16="http://schemas.microsoft.com/office/drawing/2014/main" id="{4C032DCD-5225-38B7-7BCA-1651A500F7A2}"/>
              </a:ext>
            </a:extLst>
          </p:cNvPr>
          <p:cNvSpPr/>
          <p:nvPr/>
        </p:nvSpPr>
        <p:spPr>
          <a:xfrm>
            <a:off x="3403600" y="4511575"/>
            <a:ext cx="375920" cy="375385"/>
          </a:xfrm>
          <a:prstGeom prst="oct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八角形 217">
            <a:extLst>
              <a:ext uri="{FF2B5EF4-FFF2-40B4-BE49-F238E27FC236}">
                <a16:creationId xmlns:a16="http://schemas.microsoft.com/office/drawing/2014/main" id="{D89ECE27-3906-88F7-BFD0-FFD322D2C6B9}"/>
              </a:ext>
            </a:extLst>
          </p:cNvPr>
          <p:cNvSpPr/>
          <p:nvPr/>
        </p:nvSpPr>
        <p:spPr>
          <a:xfrm>
            <a:off x="7274560" y="3205746"/>
            <a:ext cx="375920" cy="375385"/>
          </a:xfrm>
          <a:prstGeom prst="octag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八角形 218">
            <a:extLst>
              <a:ext uri="{FF2B5EF4-FFF2-40B4-BE49-F238E27FC236}">
                <a16:creationId xmlns:a16="http://schemas.microsoft.com/office/drawing/2014/main" id="{09C9D07D-71AF-B0A0-C898-D39346D92BD5}"/>
              </a:ext>
            </a:extLst>
          </p:cNvPr>
          <p:cNvSpPr/>
          <p:nvPr/>
        </p:nvSpPr>
        <p:spPr>
          <a:xfrm>
            <a:off x="6471926" y="4969310"/>
            <a:ext cx="375920" cy="375385"/>
          </a:xfrm>
          <a:prstGeom prst="octagon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1" name="楕円 220">
            <a:extLst>
              <a:ext uri="{FF2B5EF4-FFF2-40B4-BE49-F238E27FC236}">
                <a16:creationId xmlns:a16="http://schemas.microsoft.com/office/drawing/2014/main" id="{D464B2EF-2BF0-B345-1BDD-3EF5CC65F07A}"/>
              </a:ext>
            </a:extLst>
          </p:cNvPr>
          <p:cNvSpPr/>
          <p:nvPr/>
        </p:nvSpPr>
        <p:spPr>
          <a:xfrm>
            <a:off x="3810000" y="1920240"/>
            <a:ext cx="375920" cy="3753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2" name="楕円 221">
            <a:extLst>
              <a:ext uri="{FF2B5EF4-FFF2-40B4-BE49-F238E27FC236}">
                <a16:creationId xmlns:a16="http://schemas.microsoft.com/office/drawing/2014/main" id="{46C1CC3E-B2DA-6FF3-BB30-EADE85DF8B0E}"/>
              </a:ext>
            </a:extLst>
          </p:cNvPr>
          <p:cNvSpPr/>
          <p:nvPr/>
        </p:nvSpPr>
        <p:spPr>
          <a:xfrm>
            <a:off x="6492246" y="5397100"/>
            <a:ext cx="375920" cy="3753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楕円 222">
            <a:extLst>
              <a:ext uri="{FF2B5EF4-FFF2-40B4-BE49-F238E27FC236}">
                <a16:creationId xmlns:a16="http://schemas.microsoft.com/office/drawing/2014/main" id="{86407804-886A-8FC0-3886-25D11A3E6F84}"/>
              </a:ext>
            </a:extLst>
          </p:cNvPr>
          <p:cNvSpPr/>
          <p:nvPr/>
        </p:nvSpPr>
        <p:spPr>
          <a:xfrm>
            <a:off x="2999739" y="5406725"/>
            <a:ext cx="375920" cy="3753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4" name="楕円 223">
            <a:extLst>
              <a:ext uri="{FF2B5EF4-FFF2-40B4-BE49-F238E27FC236}">
                <a16:creationId xmlns:a16="http://schemas.microsoft.com/office/drawing/2014/main" id="{CDA6FD8A-4CBB-C04A-0615-9714CAF6162C}"/>
              </a:ext>
            </a:extLst>
          </p:cNvPr>
          <p:cNvSpPr/>
          <p:nvPr/>
        </p:nvSpPr>
        <p:spPr>
          <a:xfrm>
            <a:off x="6888480" y="2753360"/>
            <a:ext cx="375920" cy="3753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5" name="四角形: 上の 2 つの角を丸める 224">
            <a:extLst>
              <a:ext uri="{FF2B5EF4-FFF2-40B4-BE49-F238E27FC236}">
                <a16:creationId xmlns:a16="http://schemas.microsoft.com/office/drawing/2014/main" id="{1A4359C5-88E4-6415-23E5-315DA1EEA8C1}"/>
              </a:ext>
            </a:extLst>
          </p:cNvPr>
          <p:cNvSpPr/>
          <p:nvPr/>
        </p:nvSpPr>
        <p:spPr>
          <a:xfrm>
            <a:off x="4429760" y="274320"/>
            <a:ext cx="2164080" cy="62778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6" name="四角形: 上の 2 つの角を丸める 225">
            <a:extLst>
              <a:ext uri="{FF2B5EF4-FFF2-40B4-BE49-F238E27FC236}">
                <a16:creationId xmlns:a16="http://schemas.microsoft.com/office/drawing/2014/main" id="{A10C81E4-7895-6A3C-02C4-3E5B35564D73}"/>
              </a:ext>
            </a:extLst>
          </p:cNvPr>
          <p:cNvSpPr/>
          <p:nvPr/>
        </p:nvSpPr>
        <p:spPr>
          <a:xfrm>
            <a:off x="4475477" y="353861"/>
            <a:ext cx="2082805" cy="497037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2E3CC241-9799-4B74-BBAB-FBB1AD6B2549}"/>
              </a:ext>
            </a:extLst>
          </p:cNvPr>
          <p:cNvSpPr txBox="1"/>
          <p:nvPr/>
        </p:nvSpPr>
        <p:spPr>
          <a:xfrm>
            <a:off x="4952735" y="437805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ja-JP" altLang="en-US" dirty="0"/>
              <a:t>  ：　</a:t>
            </a:r>
            <a:r>
              <a:rPr kumimoji="1" lang="en-US" altLang="ja-JP" dirty="0"/>
              <a:t>10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915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F0AE-3731-E8D5-DD3D-714093EA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BB1741B-0D21-C9AC-3D38-102DD265FF7D}"/>
              </a:ext>
            </a:extLst>
          </p:cNvPr>
          <p:cNvSpPr/>
          <p:nvPr/>
        </p:nvSpPr>
        <p:spPr>
          <a:xfrm>
            <a:off x="2022375" y="964665"/>
            <a:ext cx="6623785" cy="57409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ｆ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33A3B40-527E-4978-0136-0C93EAF6B0CC}"/>
              </a:ext>
            </a:extLst>
          </p:cNvPr>
          <p:cNvSpPr/>
          <p:nvPr/>
        </p:nvSpPr>
        <p:spPr>
          <a:xfrm>
            <a:off x="251460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07ED5EC-C063-6D38-C0EE-3A48EFF882A7}"/>
              </a:ext>
            </a:extLst>
          </p:cNvPr>
          <p:cNvSpPr/>
          <p:nvPr/>
        </p:nvSpPr>
        <p:spPr>
          <a:xfrm>
            <a:off x="339344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77A3B40-9EFD-FCDD-2A72-C38EE402D97D}"/>
              </a:ext>
            </a:extLst>
          </p:cNvPr>
          <p:cNvSpPr/>
          <p:nvPr/>
        </p:nvSpPr>
        <p:spPr>
          <a:xfrm>
            <a:off x="427228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3C55683-559E-3154-5698-B1C315E08251}"/>
              </a:ext>
            </a:extLst>
          </p:cNvPr>
          <p:cNvSpPr/>
          <p:nvPr/>
        </p:nvSpPr>
        <p:spPr>
          <a:xfrm>
            <a:off x="6858004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CDD2AC7-8991-945A-6563-CD838750B7D5}"/>
              </a:ext>
            </a:extLst>
          </p:cNvPr>
          <p:cNvSpPr/>
          <p:nvPr/>
        </p:nvSpPr>
        <p:spPr>
          <a:xfrm>
            <a:off x="516128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6417BA1-7A6B-2F1C-E07E-768E6EA659DF}"/>
              </a:ext>
            </a:extLst>
          </p:cNvPr>
          <p:cNvSpPr/>
          <p:nvPr/>
        </p:nvSpPr>
        <p:spPr>
          <a:xfrm>
            <a:off x="6009642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63F252E-4A39-92F2-2C0D-5F29251F2A47}"/>
              </a:ext>
            </a:extLst>
          </p:cNvPr>
          <p:cNvSpPr/>
          <p:nvPr/>
        </p:nvSpPr>
        <p:spPr>
          <a:xfrm>
            <a:off x="6858004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25D0BEA-64B3-262F-AAB1-B651171E8B34}"/>
              </a:ext>
            </a:extLst>
          </p:cNvPr>
          <p:cNvSpPr/>
          <p:nvPr/>
        </p:nvSpPr>
        <p:spPr>
          <a:xfrm>
            <a:off x="7706366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6A5BBD8-C7B1-923E-5747-EB32920AE5CE}"/>
              </a:ext>
            </a:extLst>
          </p:cNvPr>
          <p:cNvSpPr/>
          <p:nvPr/>
        </p:nvSpPr>
        <p:spPr>
          <a:xfrm>
            <a:off x="251460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8C24AF4-7A13-06AC-91D7-71E1C63BAC35}"/>
              </a:ext>
            </a:extLst>
          </p:cNvPr>
          <p:cNvSpPr/>
          <p:nvPr/>
        </p:nvSpPr>
        <p:spPr>
          <a:xfrm>
            <a:off x="339344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B230990-389E-9072-117A-FA2B5230C9B1}"/>
              </a:ext>
            </a:extLst>
          </p:cNvPr>
          <p:cNvSpPr/>
          <p:nvPr/>
        </p:nvSpPr>
        <p:spPr>
          <a:xfrm>
            <a:off x="427228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C9CCA52-1680-68DC-278F-171D33DFED27}"/>
              </a:ext>
            </a:extLst>
          </p:cNvPr>
          <p:cNvSpPr/>
          <p:nvPr/>
        </p:nvSpPr>
        <p:spPr>
          <a:xfrm>
            <a:off x="6014720" y="23517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ED5C27D-A615-9D8E-8A33-D208B9886A58}"/>
              </a:ext>
            </a:extLst>
          </p:cNvPr>
          <p:cNvSpPr/>
          <p:nvPr/>
        </p:nvSpPr>
        <p:spPr>
          <a:xfrm>
            <a:off x="5151120" y="23517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9D7A3B3-71B0-A152-9B5C-2036C91004F9}"/>
              </a:ext>
            </a:extLst>
          </p:cNvPr>
          <p:cNvSpPr/>
          <p:nvPr/>
        </p:nvSpPr>
        <p:spPr>
          <a:xfrm>
            <a:off x="6878320" y="23314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C51C5A2-7F1D-B6AD-1ABA-910521E10717}"/>
              </a:ext>
            </a:extLst>
          </p:cNvPr>
          <p:cNvSpPr/>
          <p:nvPr/>
        </p:nvSpPr>
        <p:spPr>
          <a:xfrm>
            <a:off x="4272280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BD07955-1060-C21E-926C-C83066BCDBA4}"/>
              </a:ext>
            </a:extLst>
          </p:cNvPr>
          <p:cNvSpPr/>
          <p:nvPr/>
        </p:nvSpPr>
        <p:spPr>
          <a:xfrm>
            <a:off x="6034775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2456C76-081A-453C-51AC-7E1AE1A02DD9}"/>
              </a:ext>
            </a:extLst>
          </p:cNvPr>
          <p:cNvSpPr/>
          <p:nvPr/>
        </p:nvSpPr>
        <p:spPr>
          <a:xfrm>
            <a:off x="5136147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F80E4C9-4849-784A-B4AA-030C67D1BC2F}"/>
              </a:ext>
            </a:extLst>
          </p:cNvPr>
          <p:cNvSpPr/>
          <p:nvPr/>
        </p:nvSpPr>
        <p:spPr>
          <a:xfrm>
            <a:off x="3393440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5CFA9EB-B20D-3020-1B09-2F5CCF79CDFF}"/>
              </a:ext>
            </a:extLst>
          </p:cNvPr>
          <p:cNvSpPr/>
          <p:nvPr/>
        </p:nvSpPr>
        <p:spPr>
          <a:xfrm>
            <a:off x="2514600" y="318008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3B745D9-3335-24D5-8DEB-2BCD86A3850A}"/>
              </a:ext>
            </a:extLst>
          </p:cNvPr>
          <p:cNvSpPr/>
          <p:nvPr/>
        </p:nvSpPr>
        <p:spPr>
          <a:xfrm>
            <a:off x="7706366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AFE76F4-4C3B-8FFE-F1E5-8B928CFCDD91}"/>
              </a:ext>
            </a:extLst>
          </p:cNvPr>
          <p:cNvSpPr/>
          <p:nvPr/>
        </p:nvSpPr>
        <p:spPr>
          <a:xfrm>
            <a:off x="7706366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A020EBF-A3D3-5503-20D7-ACCDCB09AEDA}"/>
              </a:ext>
            </a:extLst>
          </p:cNvPr>
          <p:cNvSpPr/>
          <p:nvPr/>
        </p:nvSpPr>
        <p:spPr>
          <a:xfrm>
            <a:off x="253492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03B5526-CF6A-89D8-F495-3576E128D7CD}"/>
              </a:ext>
            </a:extLst>
          </p:cNvPr>
          <p:cNvSpPr/>
          <p:nvPr/>
        </p:nvSpPr>
        <p:spPr>
          <a:xfrm>
            <a:off x="341376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1C71DD8-9580-D46F-00D0-67689212BFEC}"/>
              </a:ext>
            </a:extLst>
          </p:cNvPr>
          <p:cNvSpPr/>
          <p:nvPr/>
        </p:nvSpPr>
        <p:spPr>
          <a:xfrm>
            <a:off x="429260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0C2604F-995F-0D6F-119B-1099B3E574E4}"/>
              </a:ext>
            </a:extLst>
          </p:cNvPr>
          <p:cNvSpPr/>
          <p:nvPr/>
        </p:nvSpPr>
        <p:spPr>
          <a:xfrm>
            <a:off x="6878324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31660327-6D2D-5936-AA78-C26499A46F6E}"/>
              </a:ext>
            </a:extLst>
          </p:cNvPr>
          <p:cNvSpPr/>
          <p:nvPr/>
        </p:nvSpPr>
        <p:spPr>
          <a:xfrm>
            <a:off x="5161280" y="403218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069CEB9-7BC1-A19C-9AC6-5772D6A44F09}"/>
              </a:ext>
            </a:extLst>
          </p:cNvPr>
          <p:cNvSpPr/>
          <p:nvPr/>
        </p:nvSpPr>
        <p:spPr>
          <a:xfrm>
            <a:off x="6029962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AE13014B-124D-AB82-4909-1C328A8D3035}"/>
              </a:ext>
            </a:extLst>
          </p:cNvPr>
          <p:cNvSpPr/>
          <p:nvPr/>
        </p:nvSpPr>
        <p:spPr>
          <a:xfrm>
            <a:off x="6878324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762445BC-EAE3-114A-036B-91EDFB6DB7C2}"/>
              </a:ext>
            </a:extLst>
          </p:cNvPr>
          <p:cNvSpPr/>
          <p:nvPr/>
        </p:nvSpPr>
        <p:spPr>
          <a:xfrm>
            <a:off x="7726686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80997457-8C0E-F173-4522-E3CB7FA84AEE}"/>
              </a:ext>
            </a:extLst>
          </p:cNvPr>
          <p:cNvSpPr/>
          <p:nvPr/>
        </p:nvSpPr>
        <p:spPr>
          <a:xfrm>
            <a:off x="253492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76376075-A824-A610-5A91-F536EC179FEC}"/>
              </a:ext>
            </a:extLst>
          </p:cNvPr>
          <p:cNvSpPr/>
          <p:nvPr/>
        </p:nvSpPr>
        <p:spPr>
          <a:xfrm>
            <a:off x="341376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3FCBA2C8-A686-EB8B-FE87-69C2A092BD59}"/>
              </a:ext>
            </a:extLst>
          </p:cNvPr>
          <p:cNvSpPr/>
          <p:nvPr/>
        </p:nvSpPr>
        <p:spPr>
          <a:xfrm>
            <a:off x="429260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D3E6314-4A4A-3345-F583-701ED07D8F05}"/>
              </a:ext>
            </a:extLst>
          </p:cNvPr>
          <p:cNvSpPr/>
          <p:nvPr/>
        </p:nvSpPr>
        <p:spPr>
          <a:xfrm>
            <a:off x="60350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105121D-DF91-FA13-C5D7-3ED2408E55D9}"/>
              </a:ext>
            </a:extLst>
          </p:cNvPr>
          <p:cNvSpPr/>
          <p:nvPr/>
        </p:nvSpPr>
        <p:spPr>
          <a:xfrm>
            <a:off x="51714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84DD7BD5-9583-728B-BAB2-F972F9698904}"/>
              </a:ext>
            </a:extLst>
          </p:cNvPr>
          <p:cNvSpPr/>
          <p:nvPr/>
        </p:nvSpPr>
        <p:spPr>
          <a:xfrm>
            <a:off x="68986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C784DE4C-026E-5526-A8AB-12B3BCC4780F}"/>
              </a:ext>
            </a:extLst>
          </p:cNvPr>
          <p:cNvSpPr/>
          <p:nvPr/>
        </p:nvSpPr>
        <p:spPr>
          <a:xfrm>
            <a:off x="4292600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B3A2D17F-8D0E-03E3-1302-AD14CA80E114}"/>
              </a:ext>
            </a:extLst>
          </p:cNvPr>
          <p:cNvSpPr/>
          <p:nvPr/>
        </p:nvSpPr>
        <p:spPr>
          <a:xfrm>
            <a:off x="6055095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D5491F51-3E51-6DDE-E8D8-4049A4376EBE}"/>
              </a:ext>
            </a:extLst>
          </p:cNvPr>
          <p:cNvSpPr/>
          <p:nvPr/>
        </p:nvSpPr>
        <p:spPr>
          <a:xfrm>
            <a:off x="5156467" y="580243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2E6057E9-EE89-F895-B780-18BA27259DC3}"/>
              </a:ext>
            </a:extLst>
          </p:cNvPr>
          <p:cNvSpPr/>
          <p:nvPr/>
        </p:nvSpPr>
        <p:spPr>
          <a:xfrm>
            <a:off x="3413760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CA955579-F457-2D77-1F06-6663CC380BAC}"/>
              </a:ext>
            </a:extLst>
          </p:cNvPr>
          <p:cNvSpPr/>
          <p:nvPr/>
        </p:nvSpPr>
        <p:spPr>
          <a:xfrm>
            <a:off x="2534920" y="580136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00656021-0F23-77CC-B6C9-C8F5DDD4FC27}"/>
              </a:ext>
            </a:extLst>
          </p:cNvPr>
          <p:cNvSpPr/>
          <p:nvPr/>
        </p:nvSpPr>
        <p:spPr>
          <a:xfrm>
            <a:off x="7726686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855A596C-EBDF-6405-2B06-48EA5860B7EB}"/>
              </a:ext>
            </a:extLst>
          </p:cNvPr>
          <p:cNvSpPr/>
          <p:nvPr/>
        </p:nvSpPr>
        <p:spPr>
          <a:xfrm>
            <a:off x="7726686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6B95CD5-9E4A-1F55-953C-787075BFCEB2}"/>
              </a:ext>
            </a:extLst>
          </p:cNvPr>
          <p:cNvSpPr/>
          <p:nvPr/>
        </p:nvSpPr>
        <p:spPr>
          <a:xfrm>
            <a:off x="5171440" y="191195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D70C4434-233F-FB8D-1902-C0990A6FCE9E}"/>
              </a:ext>
            </a:extLst>
          </p:cNvPr>
          <p:cNvSpPr/>
          <p:nvPr/>
        </p:nvSpPr>
        <p:spPr>
          <a:xfrm>
            <a:off x="6903185" y="191007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7D05AF1F-26C3-DF1B-DED7-14A4B210D10E}"/>
              </a:ext>
            </a:extLst>
          </p:cNvPr>
          <p:cNvSpPr/>
          <p:nvPr/>
        </p:nvSpPr>
        <p:spPr>
          <a:xfrm>
            <a:off x="6050280" y="190927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F94C902-D3BF-240D-39E5-6E4FD144C553}"/>
              </a:ext>
            </a:extLst>
          </p:cNvPr>
          <p:cNvSpPr/>
          <p:nvPr/>
        </p:nvSpPr>
        <p:spPr>
          <a:xfrm>
            <a:off x="2504440" y="27838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972DED82-0E5D-02DE-058A-1996BF6215D8}"/>
              </a:ext>
            </a:extLst>
          </p:cNvPr>
          <p:cNvSpPr/>
          <p:nvPr/>
        </p:nvSpPr>
        <p:spPr>
          <a:xfrm>
            <a:off x="2524760" y="363728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928D7933-FB8E-F4B8-3758-9D124AE8FC3E}"/>
              </a:ext>
            </a:extLst>
          </p:cNvPr>
          <p:cNvSpPr/>
          <p:nvPr/>
        </p:nvSpPr>
        <p:spPr>
          <a:xfrm>
            <a:off x="3383280" y="362819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1EA4D7B2-2F6E-A6E1-404F-648806F751A2}"/>
              </a:ext>
            </a:extLst>
          </p:cNvPr>
          <p:cNvSpPr/>
          <p:nvPr/>
        </p:nvSpPr>
        <p:spPr>
          <a:xfrm>
            <a:off x="7706366" y="362631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962E6902-64AE-6C1A-FC41-2B1D9C887063}"/>
              </a:ext>
            </a:extLst>
          </p:cNvPr>
          <p:cNvSpPr/>
          <p:nvPr/>
        </p:nvSpPr>
        <p:spPr>
          <a:xfrm>
            <a:off x="6060440" y="451023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0F28104E-BBBA-1484-60FE-874CFCB28FCD}"/>
              </a:ext>
            </a:extLst>
          </p:cNvPr>
          <p:cNvSpPr/>
          <p:nvPr/>
        </p:nvSpPr>
        <p:spPr>
          <a:xfrm>
            <a:off x="7736846" y="537383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E5C7C2EB-EB94-B2F0-FA20-030F05A42A26}"/>
              </a:ext>
            </a:extLst>
          </p:cNvPr>
          <p:cNvSpPr/>
          <p:nvPr/>
        </p:nvSpPr>
        <p:spPr>
          <a:xfrm>
            <a:off x="5181600" y="62502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500A1D6-6F23-AFC5-ACB1-155F707C828A}"/>
              </a:ext>
            </a:extLst>
          </p:cNvPr>
          <p:cNvSpPr/>
          <p:nvPr/>
        </p:nvSpPr>
        <p:spPr>
          <a:xfrm>
            <a:off x="3403600" y="625963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9BECE4A9-77D8-DAF6-E5D3-CEE24E0E89D2}"/>
              </a:ext>
            </a:extLst>
          </p:cNvPr>
          <p:cNvSpPr/>
          <p:nvPr/>
        </p:nvSpPr>
        <p:spPr>
          <a:xfrm>
            <a:off x="4302760" y="625856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266E1AB6-E72B-34B3-441A-C73C8B1C9C2D}"/>
              </a:ext>
            </a:extLst>
          </p:cNvPr>
          <p:cNvSpPr/>
          <p:nvPr/>
        </p:nvSpPr>
        <p:spPr>
          <a:xfrm>
            <a:off x="5171440" y="10178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4BA66FE2-8311-1EA9-DFF6-B96397D58002}"/>
              </a:ext>
            </a:extLst>
          </p:cNvPr>
          <p:cNvSpPr/>
          <p:nvPr/>
        </p:nvSpPr>
        <p:spPr>
          <a:xfrm>
            <a:off x="6903185" y="101599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EAD41389-7F38-6D96-468A-18671E151A30}"/>
              </a:ext>
            </a:extLst>
          </p:cNvPr>
          <p:cNvSpPr/>
          <p:nvPr/>
        </p:nvSpPr>
        <p:spPr>
          <a:xfrm>
            <a:off x="6050280" y="10151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E3FA2914-9AD7-28D2-80B3-DD98274CEB85}"/>
              </a:ext>
            </a:extLst>
          </p:cNvPr>
          <p:cNvSpPr/>
          <p:nvPr/>
        </p:nvSpPr>
        <p:spPr>
          <a:xfrm>
            <a:off x="2959100" y="277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DBFBFAB7-502F-9026-6F16-A1CC5FBF0DAC}"/>
              </a:ext>
            </a:extLst>
          </p:cNvPr>
          <p:cNvSpPr/>
          <p:nvPr/>
        </p:nvSpPr>
        <p:spPr>
          <a:xfrm>
            <a:off x="2976880" y="32057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9AEFF33A-5072-084E-044D-1AA474CD70B1}"/>
              </a:ext>
            </a:extLst>
          </p:cNvPr>
          <p:cNvSpPr/>
          <p:nvPr/>
        </p:nvSpPr>
        <p:spPr>
          <a:xfrm>
            <a:off x="2979419" y="36426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10659B64-E2B1-FCE5-BFB9-0085E624FFAC}"/>
              </a:ext>
            </a:extLst>
          </p:cNvPr>
          <p:cNvSpPr/>
          <p:nvPr/>
        </p:nvSpPr>
        <p:spPr>
          <a:xfrm>
            <a:off x="2954020" y="6278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52276D41-557A-0BDB-58E9-D9C19CCD0332}"/>
              </a:ext>
            </a:extLst>
          </p:cNvPr>
          <p:cNvSpPr/>
          <p:nvPr/>
        </p:nvSpPr>
        <p:spPr>
          <a:xfrm>
            <a:off x="3830320" y="45361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DAC974A0-B37E-89B5-0116-04E1170ACEDD}"/>
              </a:ext>
            </a:extLst>
          </p:cNvPr>
          <p:cNvSpPr/>
          <p:nvPr/>
        </p:nvSpPr>
        <p:spPr>
          <a:xfrm>
            <a:off x="3837940" y="40936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D8BA5C20-67F5-32B5-CB37-E5C8BA96ED51}"/>
              </a:ext>
            </a:extLst>
          </p:cNvPr>
          <p:cNvSpPr/>
          <p:nvPr/>
        </p:nvSpPr>
        <p:spPr>
          <a:xfrm>
            <a:off x="3827780" y="6278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CF99CD83-DBE3-2813-32E6-C5F68FF6F7C3}"/>
              </a:ext>
            </a:extLst>
          </p:cNvPr>
          <p:cNvSpPr/>
          <p:nvPr/>
        </p:nvSpPr>
        <p:spPr>
          <a:xfrm>
            <a:off x="472440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6F53EBDD-A2D3-36BA-3ABC-363B2E4C2C31}"/>
              </a:ext>
            </a:extLst>
          </p:cNvPr>
          <p:cNvSpPr/>
          <p:nvPr/>
        </p:nvSpPr>
        <p:spPr>
          <a:xfrm>
            <a:off x="472693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322EBDE7-6F54-3C68-0214-B249AA94D677}"/>
              </a:ext>
            </a:extLst>
          </p:cNvPr>
          <p:cNvSpPr/>
          <p:nvPr/>
        </p:nvSpPr>
        <p:spPr>
          <a:xfrm>
            <a:off x="4711700" y="18889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4467EDB3-A4D0-FB9E-09A3-FDA175948FAC}"/>
              </a:ext>
            </a:extLst>
          </p:cNvPr>
          <p:cNvSpPr/>
          <p:nvPr/>
        </p:nvSpPr>
        <p:spPr>
          <a:xfrm>
            <a:off x="560832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C5799F6C-2A83-2587-44D1-67E069B8CC92}"/>
              </a:ext>
            </a:extLst>
          </p:cNvPr>
          <p:cNvSpPr/>
          <p:nvPr/>
        </p:nvSpPr>
        <p:spPr>
          <a:xfrm>
            <a:off x="561085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649B5FBB-A48D-C8BE-EDC0-5139033B3510}"/>
              </a:ext>
            </a:extLst>
          </p:cNvPr>
          <p:cNvSpPr/>
          <p:nvPr/>
        </p:nvSpPr>
        <p:spPr>
          <a:xfrm>
            <a:off x="5610859" y="58067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A3D3A57B-3855-CEFB-1D6E-18995042E631}"/>
              </a:ext>
            </a:extLst>
          </p:cNvPr>
          <p:cNvSpPr/>
          <p:nvPr/>
        </p:nvSpPr>
        <p:spPr>
          <a:xfrm>
            <a:off x="5595620" y="62577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CEC3C246-4089-B4B3-AA01-614530DC3E42}"/>
              </a:ext>
            </a:extLst>
          </p:cNvPr>
          <p:cNvSpPr/>
          <p:nvPr/>
        </p:nvSpPr>
        <p:spPr>
          <a:xfrm>
            <a:off x="2062480" y="23517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91AF3E74-F347-F176-5708-885B1FC12FA5}"/>
              </a:ext>
            </a:extLst>
          </p:cNvPr>
          <p:cNvSpPr/>
          <p:nvPr/>
        </p:nvSpPr>
        <p:spPr>
          <a:xfrm>
            <a:off x="2070100" y="19092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B7384AC-B729-65EF-037D-47299D90A4C4}"/>
              </a:ext>
            </a:extLst>
          </p:cNvPr>
          <p:cNvSpPr/>
          <p:nvPr/>
        </p:nvSpPr>
        <p:spPr>
          <a:xfrm>
            <a:off x="2075180" y="277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554B7F8E-1B5C-7CB6-5AD8-4F4B05EBD0B6}"/>
              </a:ext>
            </a:extLst>
          </p:cNvPr>
          <p:cNvSpPr/>
          <p:nvPr/>
        </p:nvSpPr>
        <p:spPr>
          <a:xfrm>
            <a:off x="2092960" y="32057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C5CA2EE-58AB-A137-58EC-2E6CDD05333A}"/>
              </a:ext>
            </a:extLst>
          </p:cNvPr>
          <p:cNvSpPr/>
          <p:nvPr/>
        </p:nvSpPr>
        <p:spPr>
          <a:xfrm>
            <a:off x="2095499" y="36426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0035D2B5-B6F7-264E-8CD1-C9083A037AAD}"/>
              </a:ext>
            </a:extLst>
          </p:cNvPr>
          <p:cNvSpPr/>
          <p:nvPr/>
        </p:nvSpPr>
        <p:spPr>
          <a:xfrm>
            <a:off x="648208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009BC93A-7792-E21A-3465-0758BA401D03}"/>
              </a:ext>
            </a:extLst>
          </p:cNvPr>
          <p:cNvSpPr/>
          <p:nvPr/>
        </p:nvSpPr>
        <p:spPr>
          <a:xfrm>
            <a:off x="6484619" y="14379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70844CCB-748D-C082-32FA-A21D57BA05DB}"/>
              </a:ext>
            </a:extLst>
          </p:cNvPr>
          <p:cNvSpPr/>
          <p:nvPr/>
        </p:nvSpPr>
        <p:spPr>
          <a:xfrm>
            <a:off x="6471920" y="451585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8DB4D136-BF95-AE76-CE6F-0EB67A0C7435}"/>
              </a:ext>
            </a:extLst>
          </p:cNvPr>
          <p:cNvSpPr/>
          <p:nvPr/>
        </p:nvSpPr>
        <p:spPr>
          <a:xfrm>
            <a:off x="6479540" y="407335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6C023791-85C2-6216-64EF-7B522691F27E}"/>
              </a:ext>
            </a:extLst>
          </p:cNvPr>
          <p:cNvSpPr/>
          <p:nvPr/>
        </p:nvSpPr>
        <p:spPr>
          <a:xfrm>
            <a:off x="7325360" y="534950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B2998F8F-60EC-22AD-E082-A8C70E2D8FBE}"/>
              </a:ext>
            </a:extLst>
          </p:cNvPr>
          <p:cNvSpPr/>
          <p:nvPr/>
        </p:nvSpPr>
        <p:spPr>
          <a:xfrm>
            <a:off x="7327899" y="578638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9B6B9C1E-CE47-3F33-844E-4374A9BD9A66}"/>
              </a:ext>
            </a:extLst>
          </p:cNvPr>
          <p:cNvSpPr/>
          <p:nvPr/>
        </p:nvSpPr>
        <p:spPr>
          <a:xfrm>
            <a:off x="8178800" y="232129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E674DB82-E607-4AE4-053B-7AABA990BF0E}"/>
              </a:ext>
            </a:extLst>
          </p:cNvPr>
          <p:cNvSpPr/>
          <p:nvPr/>
        </p:nvSpPr>
        <p:spPr>
          <a:xfrm>
            <a:off x="8186420" y="18787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4276EBC9-3A2B-B69C-96C7-36A6A5B43F41}"/>
              </a:ext>
            </a:extLst>
          </p:cNvPr>
          <p:cNvSpPr/>
          <p:nvPr/>
        </p:nvSpPr>
        <p:spPr>
          <a:xfrm>
            <a:off x="8191500" y="27423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D26682D0-6CBC-CA5F-2AD7-5900B4595457}"/>
              </a:ext>
            </a:extLst>
          </p:cNvPr>
          <p:cNvSpPr/>
          <p:nvPr/>
        </p:nvSpPr>
        <p:spPr>
          <a:xfrm>
            <a:off x="8209280" y="31752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CCDCCB48-CC9E-1CF8-87CE-3658661CC03C}"/>
              </a:ext>
            </a:extLst>
          </p:cNvPr>
          <p:cNvSpPr/>
          <p:nvPr/>
        </p:nvSpPr>
        <p:spPr>
          <a:xfrm>
            <a:off x="8188960" y="450569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B607AFFF-FC77-A602-3EFF-4CE0121A549F}"/>
              </a:ext>
            </a:extLst>
          </p:cNvPr>
          <p:cNvSpPr/>
          <p:nvPr/>
        </p:nvSpPr>
        <p:spPr>
          <a:xfrm>
            <a:off x="8211819" y="36121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91B1A7F6-9567-3C5A-4018-EC2247E2E896}"/>
              </a:ext>
            </a:extLst>
          </p:cNvPr>
          <p:cNvSpPr/>
          <p:nvPr/>
        </p:nvSpPr>
        <p:spPr>
          <a:xfrm>
            <a:off x="8196580" y="40631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7B2AB168-5088-9A79-EB32-9DADC83B46F9}"/>
              </a:ext>
            </a:extLst>
          </p:cNvPr>
          <p:cNvSpPr/>
          <p:nvPr/>
        </p:nvSpPr>
        <p:spPr>
          <a:xfrm>
            <a:off x="8201660" y="49267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174F1AB9-A21D-7EED-6C6F-975AA309E272}"/>
              </a:ext>
            </a:extLst>
          </p:cNvPr>
          <p:cNvSpPr/>
          <p:nvPr/>
        </p:nvSpPr>
        <p:spPr>
          <a:xfrm>
            <a:off x="8199120" y="53596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八角形 215">
            <a:extLst>
              <a:ext uri="{FF2B5EF4-FFF2-40B4-BE49-F238E27FC236}">
                <a16:creationId xmlns:a16="http://schemas.microsoft.com/office/drawing/2014/main" id="{B1C567BB-5189-D4FB-188E-7253305517CA}"/>
              </a:ext>
            </a:extLst>
          </p:cNvPr>
          <p:cNvSpPr/>
          <p:nvPr/>
        </p:nvSpPr>
        <p:spPr>
          <a:xfrm>
            <a:off x="4729482" y="3159225"/>
            <a:ext cx="375920" cy="375385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7" name="八角形 216">
            <a:extLst>
              <a:ext uri="{FF2B5EF4-FFF2-40B4-BE49-F238E27FC236}">
                <a16:creationId xmlns:a16="http://schemas.microsoft.com/office/drawing/2014/main" id="{BA9494C3-A100-AB0B-8E6C-4DBBC0504791}"/>
              </a:ext>
            </a:extLst>
          </p:cNvPr>
          <p:cNvSpPr/>
          <p:nvPr/>
        </p:nvSpPr>
        <p:spPr>
          <a:xfrm>
            <a:off x="6898640" y="5373837"/>
            <a:ext cx="375920" cy="375385"/>
          </a:xfrm>
          <a:prstGeom prst="oct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八角形 217">
            <a:extLst>
              <a:ext uri="{FF2B5EF4-FFF2-40B4-BE49-F238E27FC236}">
                <a16:creationId xmlns:a16="http://schemas.microsoft.com/office/drawing/2014/main" id="{20A9B426-7120-FAA2-1FE0-4BF0867FF4DC}"/>
              </a:ext>
            </a:extLst>
          </p:cNvPr>
          <p:cNvSpPr/>
          <p:nvPr/>
        </p:nvSpPr>
        <p:spPr>
          <a:xfrm>
            <a:off x="6040122" y="2778225"/>
            <a:ext cx="375920" cy="375385"/>
          </a:xfrm>
          <a:prstGeom prst="octag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1" name="楕円 220">
            <a:extLst>
              <a:ext uri="{FF2B5EF4-FFF2-40B4-BE49-F238E27FC236}">
                <a16:creationId xmlns:a16="http://schemas.microsoft.com/office/drawing/2014/main" id="{B76B6716-8D39-36A9-1B97-D8FCDC1AC5EC}"/>
              </a:ext>
            </a:extLst>
          </p:cNvPr>
          <p:cNvSpPr/>
          <p:nvPr/>
        </p:nvSpPr>
        <p:spPr>
          <a:xfrm>
            <a:off x="4714240" y="2342682"/>
            <a:ext cx="375920" cy="3753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楕円 222">
            <a:extLst>
              <a:ext uri="{FF2B5EF4-FFF2-40B4-BE49-F238E27FC236}">
                <a16:creationId xmlns:a16="http://schemas.microsoft.com/office/drawing/2014/main" id="{567EDB4A-05E2-9355-B85D-A2ABA88DBB3A}"/>
              </a:ext>
            </a:extLst>
          </p:cNvPr>
          <p:cNvSpPr/>
          <p:nvPr/>
        </p:nvSpPr>
        <p:spPr>
          <a:xfrm>
            <a:off x="6471926" y="4953802"/>
            <a:ext cx="375920" cy="37538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5" name="四角形: 上の 2 つの角を丸める 224">
            <a:extLst>
              <a:ext uri="{FF2B5EF4-FFF2-40B4-BE49-F238E27FC236}">
                <a16:creationId xmlns:a16="http://schemas.microsoft.com/office/drawing/2014/main" id="{C307AE7F-1A89-17AC-F719-67716609249F}"/>
              </a:ext>
            </a:extLst>
          </p:cNvPr>
          <p:cNvSpPr/>
          <p:nvPr/>
        </p:nvSpPr>
        <p:spPr>
          <a:xfrm>
            <a:off x="4429760" y="274320"/>
            <a:ext cx="2164080" cy="62778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6" name="四角形: 上の 2 つの角を丸める 225">
            <a:extLst>
              <a:ext uri="{FF2B5EF4-FFF2-40B4-BE49-F238E27FC236}">
                <a16:creationId xmlns:a16="http://schemas.microsoft.com/office/drawing/2014/main" id="{BA5CF6C1-8933-64D5-702A-8BF78F525E16}"/>
              </a:ext>
            </a:extLst>
          </p:cNvPr>
          <p:cNvSpPr/>
          <p:nvPr/>
        </p:nvSpPr>
        <p:spPr>
          <a:xfrm>
            <a:off x="4475477" y="353861"/>
            <a:ext cx="2082805" cy="497037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1395AFDE-02E8-76B9-4EAD-B81607CD2FA2}"/>
              </a:ext>
            </a:extLst>
          </p:cNvPr>
          <p:cNvSpPr txBox="1"/>
          <p:nvPr/>
        </p:nvSpPr>
        <p:spPr>
          <a:xfrm>
            <a:off x="4952735" y="437805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：　</a:t>
            </a:r>
            <a:r>
              <a:rPr lang="en-US" altLang="ja-JP" dirty="0"/>
              <a:t>40</a:t>
            </a:r>
            <a:endParaRPr kumimoji="1" lang="ja-JP" altLang="en-US" dirty="0"/>
          </a:p>
        </p:txBody>
      </p:sp>
      <p:sp>
        <p:nvSpPr>
          <p:cNvPr id="2" name="雲 1">
            <a:extLst>
              <a:ext uri="{FF2B5EF4-FFF2-40B4-BE49-F238E27FC236}">
                <a16:creationId xmlns:a16="http://schemas.microsoft.com/office/drawing/2014/main" id="{3F10C7B2-E4BE-CD5B-95EF-469ECA4CF2C8}"/>
              </a:ext>
            </a:extLst>
          </p:cNvPr>
          <p:cNvSpPr/>
          <p:nvPr/>
        </p:nvSpPr>
        <p:spPr>
          <a:xfrm>
            <a:off x="3807461" y="3615355"/>
            <a:ext cx="3850640" cy="407738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雲 2">
            <a:extLst>
              <a:ext uri="{FF2B5EF4-FFF2-40B4-BE49-F238E27FC236}">
                <a16:creationId xmlns:a16="http://schemas.microsoft.com/office/drawing/2014/main" id="{8B846841-783C-23DC-8648-577DCABBB6BE}"/>
              </a:ext>
            </a:extLst>
          </p:cNvPr>
          <p:cNvSpPr/>
          <p:nvPr/>
        </p:nvSpPr>
        <p:spPr>
          <a:xfrm>
            <a:off x="5588000" y="1864761"/>
            <a:ext cx="416560" cy="3900102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雲 227">
            <a:extLst>
              <a:ext uri="{FF2B5EF4-FFF2-40B4-BE49-F238E27FC236}">
                <a16:creationId xmlns:a16="http://schemas.microsoft.com/office/drawing/2014/main" id="{821653A4-716F-3A2A-0390-342528DD8391}"/>
              </a:ext>
            </a:extLst>
          </p:cNvPr>
          <p:cNvSpPr/>
          <p:nvPr/>
        </p:nvSpPr>
        <p:spPr>
          <a:xfrm>
            <a:off x="5674354" y="2026652"/>
            <a:ext cx="254006" cy="3423921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9" name="雲 228">
            <a:extLst>
              <a:ext uri="{FF2B5EF4-FFF2-40B4-BE49-F238E27FC236}">
                <a16:creationId xmlns:a16="http://schemas.microsoft.com/office/drawing/2014/main" id="{CC9280FE-3D8D-B92F-81D4-053E7BF39222}"/>
              </a:ext>
            </a:extLst>
          </p:cNvPr>
          <p:cNvSpPr/>
          <p:nvPr/>
        </p:nvSpPr>
        <p:spPr>
          <a:xfrm>
            <a:off x="4203700" y="3670700"/>
            <a:ext cx="3081033" cy="281540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30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97CC-45D8-8F87-30D1-B639451B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BE3470-BCB2-F742-D723-FA53A13EFD06}"/>
              </a:ext>
            </a:extLst>
          </p:cNvPr>
          <p:cNvSpPr/>
          <p:nvPr/>
        </p:nvSpPr>
        <p:spPr>
          <a:xfrm>
            <a:off x="2022375" y="964665"/>
            <a:ext cx="6623785" cy="57409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ｆ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A95BA22-9173-112B-9A4D-5C58797FD868}"/>
              </a:ext>
            </a:extLst>
          </p:cNvPr>
          <p:cNvSpPr/>
          <p:nvPr/>
        </p:nvSpPr>
        <p:spPr>
          <a:xfrm>
            <a:off x="251460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63E272E-8AF5-964A-C8BB-ED4682327B0A}"/>
              </a:ext>
            </a:extLst>
          </p:cNvPr>
          <p:cNvSpPr/>
          <p:nvPr/>
        </p:nvSpPr>
        <p:spPr>
          <a:xfrm>
            <a:off x="339344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C123673-F9C3-CA7A-BEA1-2367B3B146B4}"/>
              </a:ext>
            </a:extLst>
          </p:cNvPr>
          <p:cNvSpPr/>
          <p:nvPr/>
        </p:nvSpPr>
        <p:spPr>
          <a:xfrm>
            <a:off x="427228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B458400-ED7D-F3FD-E959-1BCE9F39595C}"/>
              </a:ext>
            </a:extLst>
          </p:cNvPr>
          <p:cNvSpPr/>
          <p:nvPr/>
        </p:nvSpPr>
        <p:spPr>
          <a:xfrm>
            <a:off x="6858004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FC3F05C-048E-234A-3A19-93BA9D4A0E54}"/>
              </a:ext>
            </a:extLst>
          </p:cNvPr>
          <p:cNvSpPr/>
          <p:nvPr/>
        </p:nvSpPr>
        <p:spPr>
          <a:xfrm>
            <a:off x="5161280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A5578D7-C4C1-29D8-E477-5AD58CAC7189}"/>
              </a:ext>
            </a:extLst>
          </p:cNvPr>
          <p:cNvSpPr/>
          <p:nvPr/>
        </p:nvSpPr>
        <p:spPr>
          <a:xfrm>
            <a:off x="6009642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9873BF9-1B8B-BC73-F843-40FDDE1EA73E}"/>
              </a:ext>
            </a:extLst>
          </p:cNvPr>
          <p:cNvSpPr/>
          <p:nvPr/>
        </p:nvSpPr>
        <p:spPr>
          <a:xfrm>
            <a:off x="6858004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46980E2-2144-C6CB-16B3-E4EE354363BD}"/>
              </a:ext>
            </a:extLst>
          </p:cNvPr>
          <p:cNvSpPr/>
          <p:nvPr/>
        </p:nvSpPr>
        <p:spPr>
          <a:xfrm>
            <a:off x="7706366" y="144272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67E9137-BD11-2F23-3190-1F038216FDDA}"/>
              </a:ext>
            </a:extLst>
          </p:cNvPr>
          <p:cNvSpPr/>
          <p:nvPr/>
        </p:nvSpPr>
        <p:spPr>
          <a:xfrm>
            <a:off x="251460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56396E0-7937-80FA-22CE-3C05227877C7}"/>
              </a:ext>
            </a:extLst>
          </p:cNvPr>
          <p:cNvSpPr/>
          <p:nvPr/>
        </p:nvSpPr>
        <p:spPr>
          <a:xfrm>
            <a:off x="339344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57694B9-52B8-E2BD-CC0F-FEF29D031C71}"/>
              </a:ext>
            </a:extLst>
          </p:cNvPr>
          <p:cNvSpPr/>
          <p:nvPr/>
        </p:nvSpPr>
        <p:spPr>
          <a:xfrm>
            <a:off x="4272280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7EB8C56-650E-D819-6A20-2385D50030C7}"/>
              </a:ext>
            </a:extLst>
          </p:cNvPr>
          <p:cNvSpPr/>
          <p:nvPr/>
        </p:nvSpPr>
        <p:spPr>
          <a:xfrm>
            <a:off x="6014720" y="23517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3D6ADAC-168E-15DC-36BA-0E055B95F83A}"/>
              </a:ext>
            </a:extLst>
          </p:cNvPr>
          <p:cNvSpPr/>
          <p:nvPr/>
        </p:nvSpPr>
        <p:spPr>
          <a:xfrm>
            <a:off x="5151120" y="23517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32EAB1B-4698-FB9C-BF82-BE8148C8C92F}"/>
              </a:ext>
            </a:extLst>
          </p:cNvPr>
          <p:cNvSpPr/>
          <p:nvPr/>
        </p:nvSpPr>
        <p:spPr>
          <a:xfrm>
            <a:off x="6878320" y="233145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6DA7A34-ED4D-37FB-BC91-4AEFFBA4F9EC}"/>
              </a:ext>
            </a:extLst>
          </p:cNvPr>
          <p:cNvSpPr/>
          <p:nvPr/>
        </p:nvSpPr>
        <p:spPr>
          <a:xfrm>
            <a:off x="4272280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D4A2C6D-655B-A1C3-B5AE-5BA927F7E820}"/>
              </a:ext>
            </a:extLst>
          </p:cNvPr>
          <p:cNvSpPr/>
          <p:nvPr/>
        </p:nvSpPr>
        <p:spPr>
          <a:xfrm>
            <a:off x="6034775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03A971C-4CD9-900C-0AD1-5E994EE36F79}"/>
              </a:ext>
            </a:extLst>
          </p:cNvPr>
          <p:cNvSpPr/>
          <p:nvPr/>
        </p:nvSpPr>
        <p:spPr>
          <a:xfrm>
            <a:off x="5136147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FD9007A-A92C-ED74-7F10-79B238B30795}"/>
              </a:ext>
            </a:extLst>
          </p:cNvPr>
          <p:cNvSpPr/>
          <p:nvPr/>
        </p:nvSpPr>
        <p:spPr>
          <a:xfrm>
            <a:off x="3393440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8129F57-F81D-62D0-8D11-2D3D7BB1E673}"/>
              </a:ext>
            </a:extLst>
          </p:cNvPr>
          <p:cNvSpPr/>
          <p:nvPr/>
        </p:nvSpPr>
        <p:spPr>
          <a:xfrm>
            <a:off x="2514600" y="318008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B80ACC0-A2A2-6910-8910-B94D7289BAFA}"/>
              </a:ext>
            </a:extLst>
          </p:cNvPr>
          <p:cNvSpPr/>
          <p:nvPr/>
        </p:nvSpPr>
        <p:spPr>
          <a:xfrm>
            <a:off x="7706366" y="232717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2D56C67-7FF5-8A7D-3B3E-F134821E06E5}"/>
              </a:ext>
            </a:extLst>
          </p:cNvPr>
          <p:cNvSpPr/>
          <p:nvPr/>
        </p:nvSpPr>
        <p:spPr>
          <a:xfrm>
            <a:off x="7706366" y="317099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3631A7C-1AB3-0061-381A-01401E8E38D8}"/>
              </a:ext>
            </a:extLst>
          </p:cNvPr>
          <p:cNvSpPr/>
          <p:nvPr/>
        </p:nvSpPr>
        <p:spPr>
          <a:xfrm>
            <a:off x="253492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CB94B56-4586-858F-D3F5-62F1ABC37810}"/>
              </a:ext>
            </a:extLst>
          </p:cNvPr>
          <p:cNvSpPr/>
          <p:nvPr/>
        </p:nvSpPr>
        <p:spPr>
          <a:xfrm>
            <a:off x="341376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74EB3B8-B4AE-11C4-1320-115D451195B1}"/>
              </a:ext>
            </a:extLst>
          </p:cNvPr>
          <p:cNvSpPr/>
          <p:nvPr/>
        </p:nvSpPr>
        <p:spPr>
          <a:xfrm>
            <a:off x="4292600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B7AF369-86D3-F4D6-A337-3764A20A786A}"/>
              </a:ext>
            </a:extLst>
          </p:cNvPr>
          <p:cNvSpPr/>
          <p:nvPr/>
        </p:nvSpPr>
        <p:spPr>
          <a:xfrm>
            <a:off x="6878324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36250E3B-39E1-37A4-DD70-CC06DC842C21}"/>
              </a:ext>
            </a:extLst>
          </p:cNvPr>
          <p:cNvSpPr/>
          <p:nvPr/>
        </p:nvSpPr>
        <p:spPr>
          <a:xfrm>
            <a:off x="5161280" y="403218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5B333740-0FB2-7BFA-1C77-486AD91CFEFB}"/>
              </a:ext>
            </a:extLst>
          </p:cNvPr>
          <p:cNvSpPr/>
          <p:nvPr/>
        </p:nvSpPr>
        <p:spPr>
          <a:xfrm>
            <a:off x="6029962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14588AE-C612-874C-73E6-25F11AEE1229}"/>
              </a:ext>
            </a:extLst>
          </p:cNvPr>
          <p:cNvSpPr/>
          <p:nvPr/>
        </p:nvSpPr>
        <p:spPr>
          <a:xfrm>
            <a:off x="6878324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0A024F5-50CB-9D4A-3606-A0EE9B25C1CC}"/>
              </a:ext>
            </a:extLst>
          </p:cNvPr>
          <p:cNvSpPr/>
          <p:nvPr/>
        </p:nvSpPr>
        <p:spPr>
          <a:xfrm>
            <a:off x="7726686" y="405384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F0CBBA6E-BD2B-7B43-651D-C70CB49EE6AA}"/>
              </a:ext>
            </a:extLst>
          </p:cNvPr>
          <p:cNvSpPr/>
          <p:nvPr/>
        </p:nvSpPr>
        <p:spPr>
          <a:xfrm>
            <a:off x="253492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6745EE6B-1B7A-52B4-FE61-459B4CA798C8}"/>
              </a:ext>
            </a:extLst>
          </p:cNvPr>
          <p:cNvSpPr/>
          <p:nvPr/>
        </p:nvSpPr>
        <p:spPr>
          <a:xfrm>
            <a:off x="341376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B19A948-82DB-1BF4-F3F1-F4192B5E3785}"/>
              </a:ext>
            </a:extLst>
          </p:cNvPr>
          <p:cNvSpPr/>
          <p:nvPr/>
        </p:nvSpPr>
        <p:spPr>
          <a:xfrm>
            <a:off x="4292600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9DD0FC58-47B7-1EA4-C7CA-F612939E1F1A}"/>
              </a:ext>
            </a:extLst>
          </p:cNvPr>
          <p:cNvSpPr/>
          <p:nvPr/>
        </p:nvSpPr>
        <p:spPr>
          <a:xfrm>
            <a:off x="60350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8D6F642A-6380-F19F-5F0A-B3A8CE8E9CF5}"/>
              </a:ext>
            </a:extLst>
          </p:cNvPr>
          <p:cNvSpPr/>
          <p:nvPr/>
        </p:nvSpPr>
        <p:spPr>
          <a:xfrm>
            <a:off x="51714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5E8BE312-10E2-6B6A-18BC-9F313AC65E60}"/>
              </a:ext>
            </a:extLst>
          </p:cNvPr>
          <p:cNvSpPr/>
          <p:nvPr/>
        </p:nvSpPr>
        <p:spPr>
          <a:xfrm>
            <a:off x="6898640" y="4942573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5C03BBA8-C3DF-74D5-64CE-A8C95C47EDB4}"/>
              </a:ext>
            </a:extLst>
          </p:cNvPr>
          <p:cNvSpPr/>
          <p:nvPr/>
        </p:nvSpPr>
        <p:spPr>
          <a:xfrm>
            <a:off x="4292600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8BF3CA6-528A-66EC-B71F-71F2EEF6DB13}"/>
              </a:ext>
            </a:extLst>
          </p:cNvPr>
          <p:cNvSpPr/>
          <p:nvPr/>
        </p:nvSpPr>
        <p:spPr>
          <a:xfrm>
            <a:off x="6055095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EDF819AE-4B07-DA1F-67BD-84F6627FF4D4}"/>
              </a:ext>
            </a:extLst>
          </p:cNvPr>
          <p:cNvSpPr/>
          <p:nvPr/>
        </p:nvSpPr>
        <p:spPr>
          <a:xfrm>
            <a:off x="5156467" y="580243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7752F5B5-C355-75C3-95FC-4D8FE8078219}"/>
              </a:ext>
            </a:extLst>
          </p:cNvPr>
          <p:cNvSpPr/>
          <p:nvPr/>
        </p:nvSpPr>
        <p:spPr>
          <a:xfrm>
            <a:off x="3413760" y="579227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F45366FA-F09C-D7FA-E763-C06330B65B9A}"/>
              </a:ext>
            </a:extLst>
          </p:cNvPr>
          <p:cNvSpPr/>
          <p:nvPr/>
        </p:nvSpPr>
        <p:spPr>
          <a:xfrm>
            <a:off x="2534920" y="580136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421AFB35-6473-497F-A586-79F1FEFC73CE}"/>
              </a:ext>
            </a:extLst>
          </p:cNvPr>
          <p:cNvSpPr/>
          <p:nvPr/>
        </p:nvSpPr>
        <p:spPr>
          <a:xfrm>
            <a:off x="7726686" y="4938295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B34E8C4B-D4AD-AEB4-A2E5-8918FC9ED5FA}"/>
              </a:ext>
            </a:extLst>
          </p:cNvPr>
          <p:cNvSpPr/>
          <p:nvPr/>
        </p:nvSpPr>
        <p:spPr>
          <a:xfrm>
            <a:off x="7726686" y="5782110"/>
            <a:ext cx="396240" cy="406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33C8CB6-241F-18F7-E7DA-ED39919F1074}"/>
              </a:ext>
            </a:extLst>
          </p:cNvPr>
          <p:cNvSpPr/>
          <p:nvPr/>
        </p:nvSpPr>
        <p:spPr>
          <a:xfrm>
            <a:off x="2504440" y="278384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EBAD2A3F-36A5-9876-FE59-C0F8A1909B1E}"/>
              </a:ext>
            </a:extLst>
          </p:cNvPr>
          <p:cNvSpPr/>
          <p:nvPr/>
        </p:nvSpPr>
        <p:spPr>
          <a:xfrm>
            <a:off x="7736846" y="537383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37B25C51-9F51-6690-EE71-B8421946C6F4}"/>
              </a:ext>
            </a:extLst>
          </p:cNvPr>
          <p:cNvSpPr/>
          <p:nvPr/>
        </p:nvSpPr>
        <p:spPr>
          <a:xfrm>
            <a:off x="5181600" y="62502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1C0813A3-7D90-CD2E-2AAF-189AC798CFE0}"/>
              </a:ext>
            </a:extLst>
          </p:cNvPr>
          <p:cNvSpPr/>
          <p:nvPr/>
        </p:nvSpPr>
        <p:spPr>
          <a:xfrm>
            <a:off x="3403600" y="625963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3F8D42B-795F-C675-777A-3844307FFC4E}"/>
              </a:ext>
            </a:extLst>
          </p:cNvPr>
          <p:cNvSpPr/>
          <p:nvPr/>
        </p:nvSpPr>
        <p:spPr>
          <a:xfrm>
            <a:off x="4302760" y="6258560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C062617D-4F04-80DA-11B2-D2A17D4AC5F0}"/>
              </a:ext>
            </a:extLst>
          </p:cNvPr>
          <p:cNvSpPr/>
          <p:nvPr/>
        </p:nvSpPr>
        <p:spPr>
          <a:xfrm>
            <a:off x="5171440" y="1017872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26FB3207-B7D1-6621-6289-CDFDF94E91B1}"/>
              </a:ext>
            </a:extLst>
          </p:cNvPr>
          <p:cNvSpPr/>
          <p:nvPr/>
        </p:nvSpPr>
        <p:spPr>
          <a:xfrm>
            <a:off x="6903185" y="1015999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C1E89EFA-392B-AE88-CC9C-019915C2AF1B}"/>
              </a:ext>
            </a:extLst>
          </p:cNvPr>
          <p:cNvSpPr/>
          <p:nvPr/>
        </p:nvSpPr>
        <p:spPr>
          <a:xfrm>
            <a:off x="6050280" y="101519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F62CF17B-87A5-28E6-8008-7B055B26D1C4}"/>
              </a:ext>
            </a:extLst>
          </p:cNvPr>
          <p:cNvSpPr/>
          <p:nvPr/>
        </p:nvSpPr>
        <p:spPr>
          <a:xfrm>
            <a:off x="2954020" y="6278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0792BFDB-0C2E-22AE-F80D-DAAE70892851}"/>
              </a:ext>
            </a:extLst>
          </p:cNvPr>
          <p:cNvSpPr/>
          <p:nvPr/>
        </p:nvSpPr>
        <p:spPr>
          <a:xfrm>
            <a:off x="3827780" y="62780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73C8BA01-0621-584F-AFEE-471519AC842B}"/>
              </a:ext>
            </a:extLst>
          </p:cNvPr>
          <p:cNvSpPr/>
          <p:nvPr/>
        </p:nvSpPr>
        <p:spPr>
          <a:xfrm>
            <a:off x="560832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990CA66A-C4DB-C52B-CF6E-B85D0D1D6560}"/>
              </a:ext>
            </a:extLst>
          </p:cNvPr>
          <p:cNvSpPr/>
          <p:nvPr/>
        </p:nvSpPr>
        <p:spPr>
          <a:xfrm>
            <a:off x="2062480" y="235177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711A4564-5226-AC75-22C3-48D5AD026C0B}"/>
              </a:ext>
            </a:extLst>
          </p:cNvPr>
          <p:cNvSpPr/>
          <p:nvPr/>
        </p:nvSpPr>
        <p:spPr>
          <a:xfrm>
            <a:off x="2070100" y="19092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CA8C04CE-5C7E-8D24-79B5-EFDD840E8CC8}"/>
              </a:ext>
            </a:extLst>
          </p:cNvPr>
          <p:cNvSpPr/>
          <p:nvPr/>
        </p:nvSpPr>
        <p:spPr>
          <a:xfrm>
            <a:off x="2075180" y="277287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1719B028-42B2-91F8-A3BD-12FBA1E6461D}"/>
              </a:ext>
            </a:extLst>
          </p:cNvPr>
          <p:cNvSpPr/>
          <p:nvPr/>
        </p:nvSpPr>
        <p:spPr>
          <a:xfrm>
            <a:off x="2092960" y="320574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B1283C74-C9CE-E77A-2660-6F2C8F60E28E}"/>
              </a:ext>
            </a:extLst>
          </p:cNvPr>
          <p:cNvSpPr/>
          <p:nvPr/>
        </p:nvSpPr>
        <p:spPr>
          <a:xfrm>
            <a:off x="6482080" y="10010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B58261D4-B8D2-5747-779B-A83E18957E00}"/>
              </a:ext>
            </a:extLst>
          </p:cNvPr>
          <p:cNvSpPr/>
          <p:nvPr/>
        </p:nvSpPr>
        <p:spPr>
          <a:xfrm>
            <a:off x="6451335" y="145822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4416810F-4A25-AA5F-63CE-74A8302EC6AF}"/>
              </a:ext>
            </a:extLst>
          </p:cNvPr>
          <p:cNvSpPr/>
          <p:nvPr/>
        </p:nvSpPr>
        <p:spPr>
          <a:xfrm>
            <a:off x="8178800" y="232129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E757B25C-1BC0-278A-C853-D3A13229154D}"/>
              </a:ext>
            </a:extLst>
          </p:cNvPr>
          <p:cNvSpPr/>
          <p:nvPr/>
        </p:nvSpPr>
        <p:spPr>
          <a:xfrm>
            <a:off x="8186420" y="18787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FE7F3D2C-76AB-D74C-5194-9455A90B7771}"/>
              </a:ext>
            </a:extLst>
          </p:cNvPr>
          <p:cNvSpPr/>
          <p:nvPr/>
        </p:nvSpPr>
        <p:spPr>
          <a:xfrm>
            <a:off x="8191500" y="27423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B5A7461B-052A-3BEB-084A-D94D4CF76C15}"/>
              </a:ext>
            </a:extLst>
          </p:cNvPr>
          <p:cNvSpPr/>
          <p:nvPr/>
        </p:nvSpPr>
        <p:spPr>
          <a:xfrm>
            <a:off x="8209280" y="31752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3320CD98-8564-A085-E60D-D16BD73512F9}"/>
              </a:ext>
            </a:extLst>
          </p:cNvPr>
          <p:cNvSpPr/>
          <p:nvPr/>
        </p:nvSpPr>
        <p:spPr>
          <a:xfrm>
            <a:off x="8188960" y="4505693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26B84BCF-80ED-7575-DAD7-417F44AC334A}"/>
              </a:ext>
            </a:extLst>
          </p:cNvPr>
          <p:cNvSpPr/>
          <p:nvPr/>
        </p:nvSpPr>
        <p:spPr>
          <a:xfrm>
            <a:off x="8196580" y="40631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DC67EA45-9F09-3209-6DB1-6A5A537F537F}"/>
              </a:ext>
            </a:extLst>
          </p:cNvPr>
          <p:cNvSpPr/>
          <p:nvPr/>
        </p:nvSpPr>
        <p:spPr>
          <a:xfrm>
            <a:off x="8201660" y="4926796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E7CEEFC7-1477-6E32-B60A-AD540E4FACC0}"/>
              </a:ext>
            </a:extLst>
          </p:cNvPr>
          <p:cNvSpPr/>
          <p:nvPr/>
        </p:nvSpPr>
        <p:spPr>
          <a:xfrm>
            <a:off x="8199120" y="5359667"/>
            <a:ext cx="375920" cy="3753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7" name="八角形 216">
            <a:extLst>
              <a:ext uri="{FF2B5EF4-FFF2-40B4-BE49-F238E27FC236}">
                <a16:creationId xmlns:a16="http://schemas.microsoft.com/office/drawing/2014/main" id="{D01F232D-7C13-F0B9-6786-C445A0FB51C4}"/>
              </a:ext>
            </a:extLst>
          </p:cNvPr>
          <p:cNvSpPr/>
          <p:nvPr/>
        </p:nvSpPr>
        <p:spPr>
          <a:xfrm>
            <a:off x="4744722" y="4051968"/>
            <a:ext cx="375920" cy="375385"/>
          </a:xfrm>
          <a:prstGeom prst="oct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八角形 217">
            <a:extLst>
              <a:ext uri="{FF2B5EF4-FFF2-40B4-BE49-F238E27FC236}">
                <a16:creationId xmlns:a16="http://schemas.microsoft.com/office/drawing/2014/main" id="{55AC18F3-4317-3C50-FEDA-058C0EE4BAFE}"/>
              </a:ext>
            </a:extLst>
          </p:cNvPr>
          <p:cNvSpPr/>
          <p:nvPr/>
        </p:nvSpPr>
        <p:spPr>
          <a:xfrm>
            <a:off x="2971800" y="3164572"/>
            <a:ext cx="375920" cy="375385"/>
          </a:xfrm>
          <a:prstGeom prst="octag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5" name="四角形: 上の 2 つの角を丸める 224">
            <a:extLst>
              <a:ext uri="{FF2B5EF4-FFF2-40B4-BE49-F238E27FC236}">
                <a16:creationId xmlns:a16="http://schemas.microsoft.com/office/drawing/2014/main" id="{EAF10084-3FDA-B017-5203-A5E97EAC4B68}"/>
              </a:ext>
            </a:extLst>
          </p:cNvPr>
          <p:cNvSpPr/>
          <p:nvPr/>
        </p:nvSpPr>
        <p:spPr>
          <a:xfrm>
            <a:off x="4429760" y="274320"/>
            <a:ext cx="2164080" cy="62778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6" name="四角形: 上の 2 つの角を丸める 225">
            <a:extLst>
              <a:ext uri="{FF2B5EF4-FFF2-40B4-BE49-F238E27FC236}">
                <a16:creationId xmlns:a16="http://schemas.microsoft.com/office/drawing/2014/main" id="{9737771A-691A-CFFA-62D1-6F4D09067148}"/>
              </a:ext>
            </a:extLst>
          </p:cNvPr>
          <p:cNvSpPr/>
          <p:nvPr/>
        </p:nvSpPr>
        <p:spPr>
          <a:xfrm>
            <a:off x="4475477" y="353861"/>
            <a:ext cx="2082805" cy="497037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7B817564-E434-C695-E523-EEA764CF602A}"/>
              </a:ext>
            </a:extLst>
          </p:cNvPr>
          <p:cNvSpPr txBox="1"/>
          <p:nvPr/>
        </p:nvSpPr>
        <p:spPr>
          <a:xfrm>
            <a:off x="4952735" y="437805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：　</a:t>
            </a:r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2" name="雲 1">
            <a:extLst>
              <a:ext uri="{FF2B5EF4-FFF2-40B4-BE49-F238E27FC236}">
                <a16:creationId xmlns:a16="http://schemas.microsoft.com/office/drawing/2014/main" id="{91CAF352-40CE-5965-E550-C78E87861064}"/>
              </a:ext>
            </a:extLst>
          </p:cNvPr>
          <p:cNvSpPr/>
          <p:nvPr/>
        </p:nvSpPr>
        <p:spPr>
          <a:xfrm>
            <a:off x="2049781" y="3615355"/>
            <a:ext cx="3850640" cy="407738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雲 2">
            <a:extLst>
              <a:ext uri="{FF2B5EF4-FFF2-40B4-BE49-F238E27FC236}">
                <a16:creationId xmlns:a16="http://schemas.microsoft.com/office/drawing/2014/main" id="{4389021B-5A38-B663-41AC-04E63C10887A}"/>
              </a:ext>
            </a:extLst>
          </p:cNvPr>
          <p:cNvSpPr/>
          <p:nvPr/>
        </p:nvSpPr>
        <p:spPr>
          <a:xfrm>
            <a:off x="3830320" y="1864761"/>
            <a:ext cx="416560" cy="3900102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雲 227">
            <a:extLst>
              <a:ext uri="{FF2B5EF4-FFF2-40B4-BE49-F238E27FC236}">
                <a16:creationId xmlns:a16="http://schemas.microsoft.com/office/drawing/2014/main" id="{72ED4399-6E96-48D5-F8F4-7668EADBF920}"/>
              </a:ext>
            </a:extLst>
          </p:cNvPr>
          <p:cNvSpPr/>
          <p:nvPr/>
        </p:nvSpPr>
        <p:spPr>
          <a:xfrm>
            <a:off x="3916674" y="2026652"/>
            <a:ext cx="254006" cy="3423921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9" name="雲 228">
            <a:extLst>
              <a:ext uri="{FF2B5EF4-FFF2-40B4-BE49-F238E27FC236}">
                <a16:creationId xmlns:a16="http://schemas.microsoft.com/office/drawing/2014/main" id="{E102DCD7-F4BB-1846-CC52-040769D7799B}"/>
              </a:ext>
            </a:extLst>
          </p:cNvPr>
          <p:cNvSpPr/>
          <p:nvPr/>
        </p:nvSpPr>
        <p:spPr>
          <a:xfrm>
            <a:off x="2446020" y="3670700"/>
            <a:ext cx="3081033" cy="281540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4" name="雲 223">
            <a:extLst>
              <a:ext uri="{FF2B5EF4-FFF2-40B4-BE49-F238E27FC236}">
                <a16:creationId xmlns:a16="http://schemas.microsoft.com/office/drawing/2014/main" id="{FFCD4F7C-E4B2-EC06-9D63-49C05D9C2E14}"/>
              </a:ext>
            </a:extLst>
          </p:cNvPr>
          <p:cNvSpPr/>
          <p:nvPr/>
        </p:nvSpPr>
        <p:spPr>
          <a:xfrm>
            <a:off x="3665221" y="4529755"/>
            <a:ext cx="3850640" cy="407738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雲 229">
            <a:extLst>
              <a:ext uri="{FF2B5EF4-FFF2-40B4-BE49-F238E27FC236}">
                <a16:creationId xmlns:a16="http://schemas.microsoft.com/office/drawing/2014/main" id="{D5D9F3AC-BD39-A716-F546-6437A50FB58B}"/>
              </a:ext>
            </a:extLst>
          </p:cNvPr>
          <p:cNvSpPr/>
          <p:nvPr/>
        </p:nvSpPr>
        <p:spPr>
          <a:xfrm>
            <a:off x="4061460" y="4585100"/>
            <a:ext cx="3081033" cy="281540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雲 230">
            <a:extLst>
              <a:ext uri="{FF2B5EF4-FFF2-40B4-BE49-F238E27FC236}">
                <a16:creationId xmlns:a16="http://schemas.microsoft.com/office/drawing/2014/main" id="{151A1A0F-A44A-BCAA-DF3D-5340C81EB7A9}"/>
              </a:ext>
            </a:extLst>
          </p:cNvPr>
          <p:cNvSpPr/>
          <p:nvPr/>
        </p:nvSpPr>
        <p:spPr>
          <a:xfrm>
            <a:off x="5598160" y="2738521"/>
            <a:ext cx="416560" cy="3900102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2" name="雲 231">
            <a:extLst>
              <a:ext uri="{FF2B5EF4-FFF2-40B4-BE49-F238E27FC236}">
                <a16:creationId xmlns:a16="http://schemas.microsoft.com/office/drawing/2014/main" id="{E2D17B42-B56F-8FF2-4AE1-F832DC505A4D}"/>
              </a:ext>
            </a:extLst>
          </p:cNvPr>
          <p:cNvSpPr/>
          <p:nvPr/>
        </p:nvSpPr>
        <p:spPr>
          <a:xfrm>
            <a:off x="5684514" y="2900412"/>
            <a:ext cx="254006" cy="3423921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328DF653-C970-2B42-9230-4476EB21DEB6}"/>
              </a:ext>
            </a:extLst>
          </p:cNvPr>
          <p:cNvSpPr txBox="1"/>
          <p:nvPr/>
        </p:nvSpPr>
        <p:spPr>
          <a:xfrm>
            <a:off x="2731322" y="2896965"/>
            <a:ext cx="55753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600" b="1" dirty="0">
                <a:solidFill>
                  <a:schemeClr val="bg2">
                    <a:lumMod val="10000"/>
                  </a:schemeClr>
                </a:solidFill>
              </a:rPr>
              <a:t>Finish</a:t>
            </a:r>
            <a:r>
              <a:rPr lang="en-US" altLang="ja-JP" sz="7200" b="1" dirty="0">
                <a:solidFill>
                  <a:schemeClr val="bg2">
                    <a:lumMod val="10000"/>
                  </a:schemeClr>
                </a:solidFill>
              </a:rPr>
              <a:t>!</a:t>
            </a:r>
            <a:endParaRPr kumimoji="1" lang="ja-JP" altLang="en-US" sz="72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3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</Words>
  <Application>Microsoft Office PowerPoint</Application>
  <PresentationFormat>ワイド画面</PresentationFormat>
  <Paragraphs>89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HAMABE Keita</dc:creator>
  <cp:lastModifiedBy>HAMABE Keita</cp:lastModifiedBy>
  <cp:revision>8</cp:revision>
  <dcterms:created xsi:type="dcterms:W3CDTF">2026-07-01T02:17:19Z</dcterms:created>
  <dcterms:modified xsi:type="dcterms:W3CDTF">2026-07-01T03:31:29Z</dcterms:modified>
</cp:coreProperties>
</file>